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3"/>
  </p:notesMasterIdLst>
  <p:sldIdLst>
    <p:sldId id="256" r:id="rId2"/>
  </p:sldIdLst>
  <p:sldSz cx="11088688" cy="10439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9998"/>
    <a:srgbClr val="A6CEE3"/>
    <a:srgbClr val="17BECF"/>
    <a:srgbClr val="BCBD22"/>
    <a:srgbClr val="7F7F7F"/>
    <a:srgbClr val="2BA02B"/>
    <a:srgbClr val="9062BB"/>
    <a:srgbClr val="FF7F0E"/>
    <a:srgbClr val="E377C2"/>
    <a:srgbClr val="8C56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33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2BDB00-34C3-4C72-BCBD-45437A3B70C9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790700" y="1143000"/>
            <a:ext cx="32766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0DD85-3AB9-44E9-A5F4-B5E77AF579D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193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790700" y="1143000"/>
            <a:ext cx="32766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A0DD85-3AB9-44E9-A5F4-B5E77AF579D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3562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1652" y="1708486"/>
            <a:ext cx="9425385" cy="3634458"/>
          </a:xfrm>
        </p:spPr>
        <p:txBody>
          <a:bodyPr anchor="b"/>
          <a:lstStyle>
            <a:lvl1pPr algn="ctr">
              <a:defRPr sz="7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6086" y="5483102"/>
            <a:ext cx="8316516" cy="2520438"/>
          </a:xfrm>
        </p:spPr>
        <p:txBody>
          <a:bodyPr/>
          <a:lstStyle>
            <a:lvl1pPr marL="0" indent="0" algn="ctr">
              <a:buNone/>
              <a:defRPr sz="2910"/>
            </a:lvl1pPr>
            <a:lvl2pPr marL="554446" indent="0" algn="ctr">
              <a:buNone/>
              <a:defRPr sz="2425"/>
            </a:lvl2pPr>
            <a:lvl3pPr marL="1108893" indent="0" algn="ctr">
              <a:buNone/>
              <a:defRPr sz="2183"/>
            </a:lvl3pPr>
            <a:lvl4pPr marL="1663339" indent="0" algn="ctr">
              <a:buNone/>
              <a:defRPr sz="1940"/>
            </a:lvl4pPr>
            <a:lvl5pPr marL="2217786" indent="0" algn="ctr">
              <a:buNone/>
              <a:defRPr sz="1940"/>
            </a:lvl5pPr>
            <a:lvl6pPr marL="2772232" indent="0" algn="ctr">
              <a:buNone/>
              <a:defRPr sz="1940"/>
            </a:lvl6pPr>
            <a:lvl7pPr marL="3326679" indent="0" algn="ctr">
              <a:buNone/>
              <a:defRPr sz="1940"/>
            </a:lvl7pPr>
            <a:lvl8pPr marL="3881125" indent="0" algn="ctr">
              <a:buNone/>
              <a:defRPr sz="1940"/>
            </a:lvl8pPr>
            <a:lvl9pPr marL="4435572" indent="0" algn="ctr">
              <a:buNone/>
              <a:defRPr sz="194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55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437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6573" y="2602603"/>
            <a:ext cx="9563993" cy="4342500"/>
          </a:xfrm>
        </p:spPr>
        <p:txBody>
          <a:bodyPr anchor="b"/>
          <a:lstStyle>
            <a:lvl1pPr>
              <a:defRPr sz="7276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6573" y="6986185"/>
            <a:ext cx="9563993" cy="2283618"/>
          </a:xfrm>
        </p:spPr>
        <p:txBody>
          <a:bodyPr/>
          <a:lstStyle>
            <a:lvl1pPr marL="0" indent="0">
              <a:buNone/>
              <a:defRPr sz="2910">
                <a:solidFill>
                  <a:schemeClr val="tx1"/>
                </a:solidFill>
              </a:defRPr>
            </a:lvl1pPr>
            <a:lvl2pPr marL="554446" indent="0">
              <a:buNone/>
              <a:defRPr sz="2425">
                <a:solidFill>
                  <a:schemeClr val="tx1">
                    <a:tint val="75000"/>
                  </a:schemeClr>
                </a:solidFill>
              </a:defRPr>
            </a:lvl2pPr>
            <a:lvl3pPr marL="1108893" indent="0">
              <a:buNone/>
              <a:defRPr sz="2183">
                <a:solidFill>
                  <a:schemeClr val="tx1">
                    <a:tint val="75000"/>
                  </a:schemeClr>
                </a:solidFill>
              </a:defRPr>
            </a:lvl3pPr>
            <a:lvl4pPr marL="1663339" indent="0">
              <a:buNone/>
              <a:defRPr sz="1940">
                <a:solidFill>
                  <a:schemeClr val="tx1">
                    <a:tint val="75000"/>
                  </a:schemeClr>
                </a:solidFill>
              </a:defRPr>
            </a:lvl4pPr>
            <a:lvl5pPr marL="2217786" indent="0">
              <a:buNone/>
              <a:defRPr sz="1940">
                <a:solidFill>
                  <a:schemeClr val="tx1">
                    <a:tint val="75000"/>
                  </a:schemeClr>
                </a:solidFill>
              </a:defRPr>
            </a:lvl5pPr>
            <a:lvl6pPr marL="2772232" indent="0">
              <a:buNone/>
              <a:defRPr sz="1940">
                <a:solidFill>
                  <a:schemeClr val="tx1">
                    <a:tint val="75000"/>
                  </a:schemeClr>
                </a:solidFill>
              </a:defRPr>
            </a:lvl6pPr>
            <a:lvl7pPr marL="3326679" indent="0">
              <a:buNone/>
              <a:defRPr sz="1940">
                <a:solidFill>
                  <a:schemeClr val="tx1">
                    <a:tint val="75000"/>
                  </a:schemeClr>
                </a:solidFill>
              </a:defRPr>
            </a:lvl7pPr>
            <a:lvl8pPr marL="3881125" indent="0">
              <a:buNone/>
              <a:defRPr sz="1940">
                <a:solidFill>
                  <a:schemeClr val="tx1">
                    <a:tint val="75000"/>
                  </a:schemeClr>
                </a:solidFill>
              </a:defRPr>
            </a:lvl8pPr>
            <a:lvl9pPr marL="4435572" indent="0">
              <a:buNone/>
              <a:defRPr sz="19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033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348" y="2779007"/>
            <a:ext cx="4712692" cy="66237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13649" y="2779007"/>
            <a:ext cx="4712692" cy="662370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3286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792" y="555804"/>
            <a:ext cx="9563993" cy="201780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3793" y="2559104"/>
            <a:ext cx="4691034" cy="1254177"/>
          </a:xfrm>
        </p:spPr>
        <p:txBody>
          <a:bodyPr anchor="b"/>
          <a:lstStyle>
            <a:lvl1pPr marL="0" indent="0">
              <a:buNone/>
              <a:defRPr sz="2910" b="1"/>
            </a:lvl1pPr>
            <a:lvl2pPr marL="554446" indent="0">
              <a:buNone/>
              <a:defRPr sz="2425" b="1"/>
            </a:lvl2pPr>
            <a:lvl3pPr marL="1108893" indent="0">
              <a:buNone/>
              <a:defRPr sz="2183" b="1"/>
            </a:lvl3pPr>
            <a:lvl4pPr marL="1663339" indent="0">
              <a:buNone/>
              <a:defRPr sz="1940" b="1"/>
            </a:lvl4pPr>
            <a:lvl5pPr marL="2217786" indent="0">
              <a:buNone/>
              <a:defRPr sz="1940" b="1"/>
            </a:lvl5pPr>
            <a:lvl6pPr marL="2772232" indent="0">
              <a:buNone/>
              <a:defRPr sz="1940" b="1"/>
            </a:lvl6pPr>
            <a:lvl7pPr marL="3326679" indent="0">
              <a:buNone/>
              <a:defRPr sz="1940" b="1"/>
            </a:lvl7pPr>
            <a:lvl8pPr marL="3881125" indent="0">
              <a:buNone/>
              <a:defRPr sz="1940" b="1"/>
            </a:lvl8pPr>
            <a:lvl9pPr marL="4435572" indent="0">
              <a:buNone/>
              <a:defRPr sz="19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3793" y="3813281"/>
            <a:ext cx="4691034" cy="56087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13649" y="2559104"/>
            <a:ext cx="4714137" cy="1254177"/>
          </a:xfrm>
        </p:spPr>
        <p:txBody>
          <a:bodyPr anchor="b"/>
          <a:lstStyle>
            <a:lvl1pPr marL="0" indent="0">
              <a:buNone/>
              <a:defRPr sz="2910" b="1"/>
            </a:lvl1pPr>
            <a:lvl2pPr marL="554446" indent="0">
              <a:buNone/>
              <a:defRPr sz="2425" b="1"/>
            </a:lvl2pPr>
            <a:lvl3pPr marL="1108893" indent="0">
              <a:buNone/>
              <a:defRPr sz="2183" b="1"/>
            </a:lvl3pPr>
            <a:lvl4pPr marL="1663339" indent="0">
              <a:buNone/>
              <a:defRPr sz="1940" b="1"/>
            </a:lvl4pPr>
            <a:lvl5pPr marL="2217786" indent="0">
              <a:buNone/>
              <a:defRPr sz="1940" b="1"/>
            </a:lvl5pPr>
            <a:lvl6pPr marL="2772232" indent="0">
              <a:buNone/>
              <a:defRPr sz="1940" b="1"/>
            </a:lvl6pPr>
            <a:lvl7pPr marL="3326679" indent="0">
              <a:buNone/>
              <a:defRPr sz="1940" b="1"/>
            </a:lvl7pPr>
            <a:lvl8pPr marL="3881125" indent="0">
              <a:buNone/>
              <a:defRPr sz="1940" b="1"/>
            </a:lvl8pPr>
            <a:lvl9pPr marL="4435572" indent="0">
              <a:buNone/>
              <a:defRPr sz="194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13649" y="3813281"/>
            <a:ext cx="4714137" cy="560876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983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3402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432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792" y="695960"/>
            <a:ext cx="3576390" cy="2435860"/>
          </a:xfrm>
        </p:spPr>
        <p:txBody>
          <a:bodyPr anchor="b"/>
          <a:lstStyle>
            <a:lvl1pPr>
              <a:defRPr sz="388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4137" y="1503083"/>
            <a:ext cx="5613648" cy="7418740"/>
          </a:xfrm>
        </p:spPr>
        <p:txBody>
          <a:bodyPr/>
          <a:lstStyle>
            <a:lvl1pPr>
              <a:defRPr sz="3881"/>
            </a:lvl1pPr>
            <a:lvl2pPr>
              <a:defRPr sz="3396"/>
            </a:lvl2pPr>
            <a:lvl3pPr>
              <a:defRPr sz="2910"/>
            </a:lvl3pPr>
            <a:lvl4pPr>
              <a:defRPr sz="2425"/>
            </a:lvl4pPr>
            <a:lvl5pPr>
              <a:defRPr sz="2425"/>
            </a:lvl5pPr>
            <a:lvl6pPr>
              <a:defRPr sz="2425"/>
            </a:lvl6pPr>
            <a:lvl7pPr>
              <a:defRPr sz="2425"/>
            </a:lvl7pPr>
            <a:lvl8pPr>
              <a:defRPr sz="2425"/>
            </a:lvl8pPr>
            <a:lvl9pPr>
              <a:defRPr sz="24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792" y="3131820"/>
            <a:ext cx="3576390" cy="5802084"/>
          </a:xfrm>
        </p:spPr>
        <p:txBody>
          <a:bodyPr/>
          <a:lstStyle>
            <a:lvl1pPr marL="0" indent="0">
              <a:buNone/>
              <a:defRPr sz="1940"/>
            </a:lvl1pPr>
            <a:lvl2pPr marL="554446" indent="0">
              <a:buNone/>
              <a:defRPr sz="1698"/>
            </a:lvl2pPr>
            <a:lvl3pPr marL="1108893" indent="0">
              <a:buNone/>
              <a:defRPr sz="1455"/>
            </a:lvl3pPr>
            <a:lvl4pPr marL="1663339" indent="0">
              <a:buNone/>
              <a:defRPr sz="1213"/>
            </a:lvl4pPr>
            <a:lvl5pPr marL="2217786" indent="0">
              <a:buNone/>
              <a:defRPr sz="1213"/>
            </a:lvl5pPr>
            <a:lvl6pPr marL="2772232" indent="0">
              <a:buNone/>
              <a:defRPr sz="1213"/>
            </a:lvl6pPr>
            <a:lvl7pPr marL="3326679" indent="0">
              <a:buNone/>
              <a:defRPr sz="1213"/>
            </a:lvl7pPr>
            <a:lvl8pPr marL="3881125" indent="0">
              <a:buNone/>
              <a:defRPr sz="1213"/>
            </a:lvl8pPr>
            <a:lvl9pPr marL="4435572" indent="0">
              <a:buNone/>
              <a:defRPr sz="12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206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792" y="695960"/>
            <a:ext cx="3576390" cy="2435860"/>
          </a:xfrm>
        </p:spPr>
        <p:txBody>
          <a:bodyPr anchor="b"/>
          <a:lstStyle>
            <a:lvl1pPr>
              <a:defRPr sz="3881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14137" y="1503083"/>
            <a:ext cx="5613648" cy="7418740"/>
          </a:xfrm>
        </p:spPr>
        <p:txBody>
          <a:bodyPr anchor="t"/>
          <a:lstStyle>
            <a:lvl1pPr marL="0" indent="0">
              <a:buNone/>
              <a:defRPr sz="3881"/>
            </a:lvl1pPr>
            <a:lvl2pPr marL="554446" indent="0">
              <a:buNone/>
              <a:defRPr sz="3396"/>
            </a:lvl2pPr>
            <a:lvl3pPr marL="1108893" indent="0">
              <a:buNone/>
              <a:defRPr sz="2910"/>
            </a:lvl3pPr>
            <a:lvl4pPr marL="1663339" indent="0">
              <a:buNone/>
              <a:defRPr sz="2425"/>
            </a:lvl4pPr>
            <a:lvl5pPr marL="2217786" indent="0">
              <a:buNone/>
              <a:defRPr sz="2425"/>
            </a:lvl5pPr>
            <a:lvl6pPr marL="2772232" indent="0">
              <a:buNone/>
              <a:defRPr sz="2425"/>
            </a:lvl6pPr>
            <a:lvl7pPr marL="3326679" indent="0">
              <a:buNone/>
              <a:defRPr sz="2425"/>
            </a:lvl7pPr>
            <a:lvl8pPr marL="3881125" indent="0">
              <a:buNone/>
              <a:defRPr sz="2425"/>
            </a:lvl8pPr>
            <a:lvl9pPr marL="4435572" indent="0">
              <a:buNone/>
              <a:defRPr sz="24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3792" y="3131820"/>
            <a:ext cx="3576390" cy="5802084"/>
          </a:xfrm>
        </p:spPr>
        <p:txBody>
          <a:bodyPr/>
          <a:lstStyle>
            <a:lvl1pPr marL="0" indent="0">
              <a:buNone/>
              <a:defRPr sz="1940"/>
            </a:lvl1pPr>
            <a:lvl2pPr marL="554446" indent="0">
              <a:buNone/>
              <a:defRPr sz="1698"/>
            </a:lvl2pPr>
            <a:lvl3pPr marL="1108893" indent="0">
              <a:buNone/>
              <a:defRPr sz="1455"/>
            </a:lvl3pPr>
            <a:lvl4pPr marL="1663339" indent="0">
              <a:buNone/>
              <a:defRPr sz="1213"/>
            </a:lvl4pPr>
            <a:lvl5pPr marL="2217786" indent="0">
              <a:buNone/>
              <a:defRPr sz="1213"/>
            </a:lvl5pPr>
            <a:lvl6pPr marL="2772232" indent="0">
              <a:buNone/>
              <a:defRPr sz="1213"/>
            </a:lvl6pPr>
            <a:lvl7pPr marL="3326679" indent="0">
              <a:buNone/>
              <a:defRPr sz="1213"/>
            </a:lvl7pPr>
            <a:lvl8pPr marL="3881125" indent="0">
              <a:buNone/>
              <a:defRPr sz="1213"/>
            </a:lvl8pPr>
            <a:lvl9pPr marL="4435572" indent="0">
              <a:buNone/>
              <a:defRPr sz="1213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987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082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35343" y="555801"/>
            <a:ext cx="2390998" cy="884690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348" y="555801"/>
            <a:ext cx="7034386" cy="884690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558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348" y="555804"/>
            <a:ext cx="9563993" cy="20178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348" y="2779007"/>
            <a:ext cx="9563993" cy="66237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347" y="9675780"/>
            <a:ext cx="2494955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721F5E-6340-4AE4-9980-EF0F24AE4012}" type="datetimeFigureOut">
              <a:rPr lang="ko-KR" altLang="en-US" smtClean="0"/>
              <a:t>2025-09-17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73128" y="9675780"/>
            <a:ext cx="3742432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31386" y="9675780"/>
            <a:ext cx="2494955" cy="555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D3909B-D787-4942-97A6-A34462A2481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263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1108893" rtl="0" eaLnBrk="1" latinLnBrk="1" hangingPunct="1">
        <a:lnSpc>
          <a:spcPct val="90000"/>
        </a:lnSpc>
        <a:spcBef>
          <a:spcPct val="0"/>
        </a:spcBef>
        <a:buNone/>
        <a:defRPr sz="533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7223" indent="-277223" algn="l" defTabSz="1108893" rtl="0" eaLnBrk="1" latinLnBrk="1" hangingPunct="1">
        <a:lnSpc>
          <a:spcPct val="90000"/>
        </a:lnSpc>
        <a:spcBef>
          <a:spcPts val="1213"/>
        </a:spcBef>
        <a:buFont typeface="Arial" panose="020B0604020202020204" pitchFamily="34" charset="0"/>
        <a:buChar char="•"/>
        <a:defRPr sz="3396" kern="1200">
          <a:solidFill>
            <a:schemeClr val="tx1"/>
          </a:solidFill>
          <a:latin typeface="+mn-lt"/>
          <a:ea typeface="+mn-ea"/>
          <a:cs typeface="+mn-cs"/>
        </a:defRPr>
      </a:lvl1pPr>
      <a:lvl2pPr marL="831670" indent="-277223" algn="l" defTabSz="1108893" rtl="0" eaLnBrk="1" latinLnBrk="1" hangingPunct="1">
        <a:lnSpc>
          <a:spcPct val="90000"/>
        </a:lnSpc>
        <a:spcBef>
          <a:spcPts val="606"/>
        </a:spcBef>
        <a:buFont typeface="Arial" panose="020B0604020202020204" pitchFamily="34" charset="0"/>
        <a:buChar char="•"/>
        <a:defRPr sz="2910" kern="1200">
          <a:solidFill>
            <a:schemeClr val="tx1"/>
          </a:solidFill>
          <a:latin typeface="+mn-lt"/>
          <a:ea typeface="+mn-ea"/>
          <a:cs typeface="+mn-cs"/>
        </a:defRPr>
      </a:lvl2pPr>
      <a:lvl3pPr marL="1386116" indent="-277223" algn="l" defTabSz="1108893" rtl="0" eaLnBrk="1" latinLnBrk="1" hangingPunct="1">
        <a:lnSpc>
          <a:spcPct val="90000"/>
        </a:lnSpc>
        <a:spcBef>
          <a:spcPts val="60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3pPr>
      <a:lvl4pPr marL="1940563" indent="-277223" algn="l" defTabSz="1108893" rtl="0" eaLnBrk="1" latinLnBrk="1" hangingPunct="1">
        <a:lnSpc>
          <a:spcPct val="90000"/>
        </a:lnSpc>
        <a:spcBef>
          <a:spcPts val="606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+mn-lt"/>
          <a:ea typeface="+mn-ea"/>
          <a:cs typeface="+mn-cs"/>
        </a:defRPr>
      </a:lvl4pPr>
      <a:lvl5pPr marL="2495009" indent="-277223" algn="l" defTabSz="1108893" rtl="0" eaLnBrk="1" latinLnBrk="1" hangingPunct="1">
        <a:lnSpc>
          <a:spcPct val="90000"/>
        </a:lnSpc>
        <a:spcBef>
          <a:spcPts val="606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+mn-lt"/>
          <a:ea typeface="+mn-ea"/>
          <a:cs typeface="+mn-cs"/>
        </a:defRPr>
      </a:lvl5pPr>
      <a:lvl6pPr marL="3049455" indent="-277223" algn="l" defTabSz="1108893" rtl="0" eaLnBrk="1" latinLnBrk="1" hangingPunct="1">
        <a:lnSpc>
          <a:spcPct val="90000"/>
        </a:lnSpc>
        <a:spcBef>
          <a:spcPts val="606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+mn-lt"/>
          <a:ea typeface="+mn-ea"/>
          <a:cs typeface="+mn-cs"/>
        </a:defRPr>
      </a:lvl6pPr>
      <a:lvl7pPr marL="3603902" indent="-277223" algn="l" defTabSz="1108893" rtl="0" eaLnBrk="1" latinLnBrk="1" hangingPunct="1">
        <a:lnSpc>
          <a:spcPct val="90000"/>
        </a:lnSpc>
        <a:spcBef>
          <a:spcPts val="606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+mn-lt"/>
          <a:ea typeface="+mn-ea"/>
          <a:cs typeface="+mn-cs"/>
        </a:defRPr>
      </a:lvl7pPr>
      <a:lvl8pPr marL="4158348" indent="-277223" algn="l" defTabSz="1108893" rtl="0" eaLnBrk="1" latinLnBrk="1" hangingPunct="1">
        <a:lnSpc>
          <a:spcPct val="90000"/>
        </a:lnSpc>
        <a:spcBef>
          <a:spcPts val="606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+mn-lt"/>
          <a:ea typeface="+mn-ea"/>
          <a:cs typeface="+mn-cs"/>
        </a:defRPr>
      </a:lvl8pPr>
      <a:lvl9pPr marL="4712795" indent="-277223" algn="l" defTabSz="1108893" rtl="0" eaLnBrk="1" latinLnBrk="1" hangingPunct="1">
        <a:lnSpc>
          <a:spcPct val="90000"/>
        </a:lnSpc>
        <a:spcBef>
          <a:spcPts val="606"/>
        </a:spcBef>
        <a:buFont typeface="Arial" panose="020B0604020202020204" pitchFamily="34" charset="0"/>
        <a:buChar char="•"/>
        <a:defRPr sz="21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1pPr>
      <a:lvl2pPr marL="554446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2pPr>
      <a:lvl3pPr marL="1108893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3pPr>
      <a:lvl4pPr marL="1663339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4pPr>
      <a:lvl5pPr marL="2217786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5pPr>
      <a:lvl6pPr marL="2772232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6pPr>
      <a:lvl7pPr marL="3326679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7pPr>
      <a:lvl8pPr marL="3881125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8pPr>
      <a:lvl9pPr marL="4435572" algn="l" defTabSz="1108893" rtl="0" eaLnBrk="1" latinLnBrk="1" hangingPunct="1">
        <a:defRPr sz="21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AB1E0AF7-5A3D-AE62-6317-803B0FF7E1FF}"/>
              </a:ext>
            </a:extLst>
          </p:cNvPr>
          <p:cNvGrpSpPr/>
          <p:nvPr/>
        </p:nvGrpSpPr>
        <p:grpSpPr>
          <a:xfrm>
            <a:off x="401843" y="6104889"/>
            <a:ext cx="6438676" cy="4306000"/>
            <a:chOff x="401843" y="6095364"/>
            <a:chExt cx="6438676" cy="4306000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712ACED-1633-198E-097E-5F18C637EA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21" t="3131" b="10587"/>
            <a:stretch>
              <a:fillRect/>
            </a:stretch>
          </p:blipFill>
          <p:spPr bwMode="auto">
            <a:xfrm>
              <a:off x="739096" y="6223049"/>
              <a:ext cx="4879369" cy="37201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6" name="TextBox 1305">
              <a:extLst>
                <a:ext uri="{FF2B5EF4-FFF2-40B4-BE49-F238E27FC236}">
                  <a16:creationId xmlns:a16="http://schemas.microsoft.com/office/drawing/2014/main" id="{9BFA2A3C-D0D0-E840-4C50-A99185C6A46A}"/>
                </a:ext>
              </a:extLst>
            </p:cNvPr>
            <p:cNvSpPr txBox="1"/>
            <p:nvPr/>
          </p:nvSpPr>
          <p:spPr>
            <a:xfrm rot="16200000">
              <a:off x="335684" y="9704218"/>
              <a:ext cx="470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2</a:t>
              </a:r>
              <a:endParaRPr lang="ko-KR" altLang="en-US" sz="1600" b="1" dirty="0"/>
            </a:p>
          </p:txBody>
        </p:sp>
        <p:sp>
          <p:nvSpPr>
            <p:cNvPr id="1307" name="TextBox 1306">
              <a:extLst>
                <a:ext uri="{FF2B5EF4-FFF2-40B4-BE49-F238E27FC236}">
                  <a16:creationId xmlns:a16="http://schemas.microsoft.com/office/drawing/2014/main" id="{35AC18C8-95DD-1FAA-66DB-57A54319766B}"/>
                </a:ext>
              </a:extLst>
            </p:cNvPr>
            <p:cNvSpPr txBox="1"/>
            <p:nvPr/>
          </p:nvSpPr>
          <p:spPr>
            <a:xfrm rot="16200000">
              <a:off x="197740" y="6299467"/>
              <a:ext cx="746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600" b="1" dirty="0"/>
                <a:t>14</a:t>
              </a:r>
              <a:endParaRPr lang="ko-KR" altLang="en-US" sz="1600" b="1" dirty="0"/>
            </a:p>
          </p:txBody>
        </p:sp>
        <p:sp>
          <p:nvSpPr>
            <p:cNvPr id="1312" name="TextBox 1311">
              <a:extLst>
                <a:ext uri="{FF2B5EF4-FFF2-40B4-BE49-F238E27FC236}">
                  <a16:creationId xmlns:a16="http://schemas.microsoft.com/office/drawing/2014/main" id="{999993EE-D9F1-FCAD-070F-1E565F4BFF2D}"/>
                </a:ext>
              </a:extLst>
            </p:cNvPr>
            <p:cNvSpPr txBox="1"/>
            <p:nvPr/>
          </p:nvSpPr>
          <p:spPr>
            <a:xfrm>
              <a:off x="647887" y="9878144"/>
              <a:ext cx="5932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2014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13" name="TextBox 1312">
              <a:extLst>
                <a:ext uri="{FF2B5EF4-FFF2-40B4-BE49-F238E27FC236}">
                  <a16:creationId xmlns:a16="http://schemas.microsoft.com/office/drawing/2014/main" id="{E15325DC-F8B4-A48B-FF4F-B73FCBF20E98}"/>
                </a:ext>
              </a:extLst>
            </p:cNvPr>
            <p:cNvSpPr txBox="1"/>
            <p:nvPr/>
          </p:nvSpPr>
          <p:spPr>
            <a:xfrm>
              <a:off x="1103467" y="9878144"/>
              <a:ext cx="5642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2015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14" name="TextBox 1313">
              <a:extLst>
                <a:ext uri="{FF2B5EF4-FFF2-40B4-BE49-F238E27FC236}">
                  <a16:creationId xmlns:a16="http://schemas.microsoft.com/office/drawing/2014/main" id="{BA875464-91DA-0BDE-B5D8-B43F9F3F32B1}"/>
                </a:ext>
              </a:extLst>
            </p:cNvPr>
            <p:cNvSpPr txBox="1"/>
            <p:nvPr/>
          </p:nvSpPr>
          <p:spPr>
            <a:xfrm>
              <a:off x="1530008" y="9878144"/>
              <a:ext cx="5932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2016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15" name="TextBox 1314">
              <a:extLst>
                <a:ext uri="{FF2B5EF4-FFF2-40B4-BE49-F238E27FC236}">
                  <a16:creationId xmlns:a16="http://schemas.microsoft.com/office/drawing/2014/main" id="{042CF7A6-DC6A-1B64-D23D-FD1F20A9A94B}"/>
                </a:ext>
              </a:extLst>
            </p:cNvPr>
            <p:cNvSpPr txBox="1"/>
            <p:nvPr/>
          </p:nvSpPr>
          <p:spPr>
            <a:xfrm>
              <a:off x="1972888" y="9878144"/>
              <a:ext cx="5932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2017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16" name="TextBox 1315">
              <a:extLst>
                <a:ext uri="{FF2B5EF4-FFF2-40B4-BE49-F238E27FC236}">
                  <a16:creationId xmlns:a16="http://schemas.microsoft.com/office/drawing/2014/main" id="{8ABFBF5A-73A0-B2B8-9CF2-8D87D8B7D3BD}"/>
                </a:ext>
              </a:extLst>
            </p:cNvPr>
            <p:cNvSpPr txBox="1"/>
            <p:nvPr/>
          </p:nvSpPr>
          <p:spPr>
            <a:xfrm>
              <a:off x="2428468" y="9878144"/>
              <a:ext cx="5642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2018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17" name="TextBox 1316">
              <a:extLst>
                <a:ext uri="{FF2B5EF4-FFF2-40B4-BE49-F238E27FC236}">
                  <a16:creationId xmlns:a16="http://schemas.microsoft.com/office/drawing/2014/main" id="{F7C2C204-BFF0-496C-EF2E-0DE84E603DBC}"/>
                </a:ext>
              </a:extLst>
            </p:cNvPr>
            <p:cNvSpPr txBox="1"/>
            <p:nvPr/>
          </p:nvSpPr>
          <p:spPr>
            <a:xfrm>
              <a:off x="2867709" y="9878144"/>
              <a:ext cx="5642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2019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18" name="TextBox 1317">
              <a:extLst>
                <a:ext uri="{FF2B5EF4-FFF2-40B4-BE49-F238E27FC236}">
                  <a16:creationId xmlns:a16="http://schemas.microsoft.com/office/drawing/2014/main" id="{28647186-D45C-318D-5F9A-67EB09CCE646}"/>
                </a:ext>
              </a:extLst>
            </p:cNvPr>
            <p:cNvSpPr txBox="1"/>
            <p:nvPr/>
          </p:nvSpPr>
          <p:spPr>
            <a:xfrm>
              <a:off x="3281550" y="9878144"/>
              <a:ext cx="5932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2020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19" name="TextBox 1318">
              <a:extLst>
                <a:ext uri="{FF2B5EF4-FFF2-40B4-BE49-F238E27FC236}">
                  <a16:creationId xmlns:a16="http://schemas.microsoft.com/office/drawing/2014/main" id="{6AC7EB04-346C-0ECA-3E59-4FED921E125C}"/>
                </a:ext>
              </a:extLst>
            </p:cNvPr>
            <p:cNvSpPr txBox="1"/>
            <p:nvPr/>
          </p:nvSpPr>
          <p:spPr>
            <a:xfrm>
              <a:off x="3730780" y="9878144"/>
              <a:ext cx="57097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2021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20" name="TextBox 1319">
              <a:extLst>
                <a:ext uri="{FF2B5EF4-FFF2-40B4-BE49-F238E27FC236}">
                  <a16:creationId xmlns:a16="http://schemas.microsoft.com/office/drawing/2014/main" id="{02B0E6E3-F9C4-5B7D-C129-EEF30FC5A51F}"/>
                </a:ext>
              </a:extLst>
            </p:cNvPr>
            <p:cNvSpPr txBox="1"/>
            <p:nvPr/>
          </p:nvSpPr>
          <p:spPr>
            <a:xfrm>
              <a:off x="4176785" y="9878144"/>
              <a:ext cx="58050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2022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21" name="TextBox 1320">
              <a:extLst>
                <a:ext uri="{FF2B5EF4-FFF2-40B4-BE49-F238E27FC236}">
                  <a16:creationId xmlns:a16="http://schemas.microsoft.com/office/drawing/2014/main" id="{56910612-61C2-7475-4E24-2B3BA2528302}"/>
                </a:ext>
              </a:extLst>
            </p:cNvPr>
            <p:cNvSpPr txBox="1"/>
            <p:nvPr/>
          </p:nvSpPr>
          <p:spPr>
            <a:xfrm>
              <a:off x="4613270" y="9878144"/>
              <a:ext cx="56420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2023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22" name="TextBox 1321">
              <a:extLst>
                <a:ext uri="{FF2B5EF4-FFF2-40B4-BE49-F238E27FC236}">
                  <a16:creationId xmlns:a16="http://schemas.microsoft.com/office/drawing/2014/main" id="{9762B222-0BC9-D4FE-E842-A9DE56928FEC}"/>
                </a:ext>
              </a:extLst>
            </p:cNvPr>
            <p:cNvSpPr txBox="1"/>
            <p:nvPr/>
          </p:nvSpPr>
          <p:spPr>
            <a:xfrm>
              <a:off x="5039807" y="9878144"/>
              <a:ext cx="59324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2024</a:t>
              </a:r>
            </a:p>
            <a:p>
              <a:pPr algn="ctr"/>
              <a:r>
                <a:rPr lang="en-US" altLang="ko-KR" sz="1400" b="1" dirty="0"/>
                <a:t>Jan</a:t>
              </a:r>
              <a:endParaRPr lang="ko-KR" altLang="en-US" sz="1400" b="1" dirty="0"/>
            </a:p>
          </p:txBody>
        </p:sp>
        <p:sp>
          <p:nvSpPr>
            <p:cNvPr id="1326" name="TextBox 1325">
              <a:extLst>
                <a:ext uri="{FF2B5EF4-FFF2-40B4-BE49-F238E27FC236}">
                  <a16:creationId xmlns:a16="http://schemas.microsoft.com/office/drawing/2014/main" id="{57CB3E89-1779-11AF-4E0D-196D5CC625E8}"/>
                </a:ext>
              </a:extLst>
            </p:cNvPr>
            <p:cNvSpPr txBox="1"/>
            <p:nvPr/>
          </p:nvSpPr>
          <p:spPr>
            <a:xfrm>
              <a:off x="5385182" y="6754404"/>
              <a:ext cx="112636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FF7F0E"/>
                  </a:solidFill>
                </a:rPr>
                <a:t>Caracas</a:t>
              </a:r>
              <a:endParaRPr lang="ko-KR" altLang="en-US" sz="2000" dirty="0">
                <a:solidFill>
                  <a:srgbClr val="FF7F0E"/>
                </a:solidFill>
              </a:endParaRPr>
            </a:p>
          </p:txBody>
        </p:sp>
        <p:sp>
          <p:nvSpPr>
            <p:cNvPr id="1328" name="TextBox 1327">
              <a:extLst>
                <a:ext uri="{FF2B5EF4-FFF2-40B4-BE49-F238E27FC236}">
                  <a16:creationId xmlns:a16="http://schemas.microsoft.com/office/drawing/2014/main" id="{19229C1B-D599-49A4-4BA8-2E3341428B73}"/>
                </a:ext>
              </a:extLst>
            </p:cNvPr>
            <p:cNvSpPr txBox="1"/>
            <p:nvPr/>
          </p:nvSpPr>
          <p:spPr>
            <a:xfrm>
              <a:off x="5336022" y="7496607"/>
              <a:ext cx="146549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9062BB"/>
                  </a:solidFill>
                </a:rPr>
                <a:t>Medellin</a:t>
              </a:r>
              <a:endParaRPr lang="ko-KR" altLang="en-US" sz="2000" dirty="0">
                <a:solidFill>
                  <a:srgbClr val="9062BB"/>
                </a:solidFill>
              </a:endParaRPr>
            </a:p>
          </p:txBody>
        </p:sp>
        <p:sp>
          <p:nvSpPr>
            <p:cNvPr id="1329" name="TextBox 1328">
              <a:extLst>
                <a:ext uri="{FF2B5EF4-FFF2-40B4-BE49-F238E27FC236}">
                  <a16:creationId xmlns:a16="http://schemas.microsoft.com/office/drawing/2014/main" id="{84248F46-CC06-6101-2691-2ED3089A03FF}"/>
                </a:ext>
              </a:extLst>
            </p:cNvPr>
            <p:cNvSpPr txBox="1"/>
            <p:nvPr/>
          </p:nvSpPr>
          <p:spPr>
            <a:xfrm>
              <a:off x="5336022" y="7953951"/>
              <a:ext cx="135708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2BA02B"/>
                  </a:solidFill>
                </a:rPr>
                <a:t>Cape Town</a:t>
              </a:r>
              <a:endParaRPr lang="ko-KR" altLang="en-US" sz="2000" dirty="0">
                <a:solidFill>
                  <a:srgbClr val="2BA02B"/>
                </a:solidFill>
              </a:endParaRPr>
            </a:p>
          </p:txBody>
        </p:sp>
        <p:sp>
          <p:nvSpPr>
            <p:cNvPr id="1330" name="TextBox 1329">
              <a:extLst>
                <a:ext uri="{FF2B5EF4-FFF2-40B4-BE49-F238E27FC236}">
                  <a16:creationId xmlns:a16="http://schemas.microsoft.com/office/drawing/2014/main" id="{AEE2EB41-604F-7DD8-01D3-92C76080AFEB}"/>
                </a:ext>
              </a:extLst>
            </p:cNvPr>
            <p:cNvSpPr txBox="1"/>
            <p:nvPr/>
          </p:nvSpPr>
          <p:spPr>
            <a:xfrm>
              <a:off x="5130042" y="8460531"/>
              <a:ext cx="171047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7F7F7F"/>
                  </a:solidFill>
                </a:rPr>
                <a:t>Rio de Janeiro</a:t>
              </a:r>
              <a:endParaRPr lang="ko-KR" altLang="en-US" sz="2000" dirty="0">
                <a:solidFill>
                  <a:srgbClr val="7F7F7F"/>
                </a:solidFill>
              </a:endParaRPr>
            </a:p>
          </p:txBody>
        </p:sp>
        <p:sp>
          <p:nvSpPr>
            <p:cNvPr id="1353" name="TextBox 1352">
              <a:extLst>
                <a:ext uri="{FF2B5EF4-FFF2-40B4-BE49-F238E27FC236}">
                  <a16:creationId xmlns:a16="http://schemas.microsoft.com/office/drawing/2014/main" id="{FA1A02D4-F0E4-C793-7A8D-47B5498FD808}"/>
                </a:ext>
              </a:extLst>
            </p:cNvPr>
            <p:cNvSpPr txBox="1"/>
            <p:nvPr/>
          </p:nvSpPr>
          <p:spPr>
            <a:xfrm rot="16200000">
              <a:off x="335684" y="7873880"/>
              <a:ext cx="470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8</a:t>
              </a:r>
              <a:endParaRPr lang="ko-KR" altLang="en-US" sz="1600" b="1" dirty="0"/>
            </a:p>
          </p:txBody>
        </p:sp>
      </p:grpSp>
      <p:sp>
        <p:nvSpPr>
          <p:cNvPr id="1323" name="TextBox 1322">
            <a:extLst>
              <a:ext uri="{FF2B5EF4-FFF2-40B4-BE49-F238E27FC236}">
                <a16:creationId xmlns:a16="http://schemas.microsoft.com/office/drawing/2014/main" id="{B1CCC0F6-6FE0-19BB-1238-A43FECBFEA1E}"/>
              </a:ext>
            </a:extLst>
          </p:cNvPr>
          <p:cNvSpPr txBox="1"/>
          <p:nvPr/>
        </p:nvSpPr>
        <p:spPr>
          <a:xfrm rot="16200000">
            <a:off x="-3272823" y="5168442"/>
            <a:ext cx="70922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dirty="0" err="1"/>
              <a:t>Slum</a:t>
            </a:r>
            <a:r>
              <a:rPr lang="ko-KR" altLang="en-US" dirty="0"/>
              <a:t> </a:t>
            </a:r>
            <a:r>
              <a:rPr lang="ko-KR" altLang="en-US" dirty="0" err="1"/>
              <a:t>area</a:t>
            </a:r>
            <a:r>
              <a:rPr lang="ko-KR" altLang="en-US" dirty="0"/>
              <a:t> </a:t>
            </a:r>
            <a:r>
              <a:rPr lang="ko-KR" altLang="en-US" dirty="0" err="1"/>
              <a:t>ratio</a:t>
            </a:r>
            <a:r>
              <a:rPr lang="ko-KR" altLang="en-US" dirty="0"/>
              <a:t> </a:t>
            </a:r>
            <a:r>
              <a:rPr lang="ko-KR" altLang="en-US" dirty="0" err="1"/>
              <a:t>in</a:t>
            </a:r>
            <a:r>
              <a:rPr lang="ko-KR" altLang="en-US" dirty="0"/>
              <a:t> </a:t>
            </a:r>
            <a:r>
              <a:rPr lang="ko-KR" altLang="en-US" dirty="0" err="1"/>
              <a:t>total</a:t>
            </a:r>
            <a:r>
              <a:rPr lang="ko-KR" altLang="en-US" dirty="0"/>
              <a:t> </a:t>
            </a:r>
            <a:r>
              <a:rPr lang="ko-KR" altLang="en-US" dirty="0" err="1"/>
              <a:t>unban</a:t>
            </a:r>
            <a:r>
              <a:rPr lang="ko-KR" altLang="en-US" dirty="0"/>
              <a:t> </a:t>
            </a:r>
            <a:r>
              <a:rPr lang="ko-KR" altLang="en-US" dirty="0" err="1"/>
              <a:t>area</a:t>
            </a:r>
            <a:r>
              <a:rPr lang="ko-KR" altLang="en-US" dirty="0"/>
              <a:t> </a:t>
            </a:r>
            <a:r>
              <a:rPr lang="en-US" altLang="ko-KR" dirty="0"/>
              <a:t>(%)</a:t>
            </a:r>
            <a:endParaRPr lang="ko-KR" altLang="en-US" dirty="0"/>
          </a:p>
        </p:txBody>
      </p:sp>
      <p:sp>
        <p:nvSpPr>
          <p:cNvPr id="1324" name="TextBox 1323">
            <a:extLst>
              <a:ext uri="{FF2B5EF4-FFF2-40B4-BE49-F238E27FC236}">
                <a16:creationId xmlns:a16="http://schemas.microsoft.com/office/drawing/2014/main" id="{F280CC61-5F7E-FD76-B5AB-EB65CB41E9C8}"/>
              </a:ext>
            </a:extLst>
          </p:cNvPr>
          <p:cNvSpPr txBox="1"/>
          <p:nvPr/>
        </p:nvSpPr>
        <p:spPr>
          <a:xfrm>
            <a:off x="-57982" y="-159029"/>
            <a:ext cx="4956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A</a:t>
            </a:r>
            <a:endParaRPr lang="ko-KR" altLang="en-US" sz="4000" b="1" dirty="0"/>
          </a:p>
        </p:txBody>
      </p:sp>
      <p:sp>
        <p:nvSpPr>
          <p:cNvPr id="1325" name="TextBox 1324">
            <a:extLst>
              <a:ext uri="{FF2B5EF4-FFF2-40B4-BE49-F238E27FC236}">
                <a16:creationId xmlns:a16="http://schemas.microsoft.com/office/drawing/2014/main" id="{7AC66115-C81D-80EF-BAAD-038C9393B2D1}"/>
              </a:ext>
            </a:extLst>
          </p:cNvPr>
          <p:cNvSpPr txBox="1"/>
          <p:nvPr/>
        </p:nvSpPr>
        <p:spPr>
          <a:xfrm>
            <a:off x="6489085" y="-142425"/>
            <a:ext cx="47160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/>
              <a:t>B</a:t>
            </a:r>
            <a:endParaRPr lang="ko-KR" altLang="en-US" sz="4000" b="1" dirty="0"/>
          </a:p>
        </p:txBody>
      </p:sp>
      <p:sp>
        <p:nvSpPr>
          <p:cNvPr id="1331" name="TextBox 1330">
            <a:extLst>
              <a:ext uri="{FF2B5EF4-FFF2-40B4-BE49-F238E27FC236}">
                <a16:creationId xmlns:a16="http://schemas.microsoft.com/office/drawing/2014/main" id="{D08155DC-3C4F-5CB6-D21B-5A889578F08F}"/>
              </a:ext>
            </a:extLst>
          </p:cNvPr>
          <p:cNvSpPr txBox="1"/>
          <p:nvPr/>
        </p:nvSpPr>
        <p:spPr>
          <a:xfrm>
            <a:off x="5130042" y="9345995"/>
            <a:ext cx="2049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BCBD22"/>
                </a:solidFill>
              </a:rPr>
              <a:t>Ulaanbaatar</a:t>
            </a:r>
            <a:endParaRPr lang="ko-KR" altLang="en-US" sz="2000" dirty="0">
              <a:solidFill>
                <a:srgbClr val="BCBD22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3AEFD8-9CAE-4B79-87A5-E244C37798CB}"/>
              </a:ext>
            </a:extLst>
          </p:cNvPr>
          <p:cNvGrpSpPr/>
          <p:nvPr/>
        </p:nvGrpSpPr>
        <p:grpSpPr>
          <a:xfrm>
            <a:off x="6878145" y="755153"/>
            <a:ext cx="4007804" cy="2627993"/>
            <a:chOff x="6878145" y="764985"/>
            <a:chExt cx="4007804" cy="2627993"/>
          </a:xfrm>
        </p:grpSpPr>
        <p:pic>
          <p:nvPicPr>
            <p:cNvPr id="1333" name="그림 1332"/>
            <p:cNvPicPr>
              <a:picLocks noChangeAspect="1"/>
            </p:cNvPicPr>
            <p:nvPr/>
          </p:nvPicPr>
          <p:blipFill rotWithShape="1">
            <a:blip r:embed="rId4"/>
            <a:srcRect r="809" b="566"/>
            <a:stretch/>
          </p:blipFill>
          <p:spPr>
            <a:xfrm>
              <a:off x="6880763" y="980978"/>
              <a:ext cx="4005186" cy="2412000"/>
            </a:xfrm>
            <a:prstGeom prst="rect">
              <a:avLst/>
            </a:prstGeom>
          </p:spPr>
        </p:pic>
        <p:sp>
          <p:nvSpPr>
            <p:cNvPr id="1334" name="TextBox 1333">
              <a:extLst>
                <a:ext uri="{FF2B5EF4-FFF2-40B4-BE49-F238E27FC236}">
                  <a16:creationId xmlns:a16="http://schemas.microsoft.com/office/drawing/2014/main" id="{7AC66115-C81D-80EF-BAAD-038C9393B2D1}"/>
                </a:ext>
              </a:extLst>
            </p:cNvPr>
            <p:cNvSpPr txBox="1"/>
            <p:nvPr/>
          </p:nvSpPr>
          <p:spPr>
            <a:xfrm>
              <a:off x="6878145" y="764985"/>
              <a:ext cx="40051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00" b="1" dirty="0"/>
                <a:t>2015</a:t>
              </a:r>
              <a:endParaRPr lang="ko-KR" altLang="en-US" sz="2200" b="1" dirty="0"/>
            </a:p>
          </p:txBody>
        </p:sp>
      </p:grpSp>
      <p:sp>
        <p:nvSpPr>
          <p:cNvPr id="1341" name="TextBox 1340"/>
          <p:cNvSpPr txBox="1"/>
          <p:nvPr/>
        </p:nvSpPr>
        <p:spPr>
          <a:xfrm>
            <a:off x="9245475" y="1007886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</a:t>
            </a:r>
            <a:endParaRPr lang="ko-KR" altLang="en-US" sz="1400" dirty="0"/>
          </a:p>
        </p:txBody>
      </p:sp>
      <p:sp>
        <p:nvSpPr>
          <p:cNvPr id="1342" name="TextBox 1341"/>
          <p:cNvSpPr txBox="1"/>
          <p:nvPr/>
        </p:nvSpPr>
        <p:spPr>
          <a:xfrm>
            <a:off x="10786379" y="10078869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343" name="TextBox 1342"/>
          <p:cNvSpPr txBox="1"/>
          <p:nvPr/>
        </p:nvSpPr>
        <p:spPr>
          <a:xfrm>
            <a:off x="7371331" y="9945004"/>
            <a:ext cx="19754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Probability of slum (</a:t>
            </a:r>
            <a:r>
              <a:rPr lang="en-US" altLang="ko-KR" sz="1600" i="1" dirty="0">
                <a:ea typeface="Cambria" panose="02040503050406030204" pitchFamily="18" charset="0"/>
              </a:rPr>
              <a:t>p</a:t>
            </a:r>
            <a:r>
              <a:rPr lang="en-US" altLang="ko-KR" sz="1600" dirty="0">
                <a:ea typeface="Cambria" panose="02040503050406030204" pitchFamily="18" charset="0"/>
              </a:rPr>
              <a:t>)</a:t>
            </a:r>
            <a:endParaRPr lang="ko-KR" altLang="en-US" sz="1600" dirty="0"/>
          </a:p>
        </p:txBody>
      </p:sp>
      <p:sp>
        <p:nvSpPr>
          <p:cNvPr id="1346" name="TextBox 1345"/>
          <p:cNvSpPr txBox="1"/>
          <p:nvPr/>
        </p:nvSpPr>
        <p:spPr>
          <a:xfrm>
            <a:off x="6862484" y="105152"/>
            <a:ext cx="402084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200" b="1" dirty="0"/>
              <a:t>Cape Town (selected districts)</a:t>
            </a:r>
            <a:endParaRPr lang="ko-KR" altLang="en-US" sz="2200" b="1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DBD1990-B62C-4064-8B2F-9DEE14A179DD}"/>
              </a:ext>
            </a:extLst>
          </p:cNvPr>
          <p:cNvGrpSpPr/>
          <p:nvPr/>
        </p:nvGrpSpPr>
        <p:grpSpPr>
          <a:xfrm>
            <a:off x="6862483" y="3723727"/>
            <a:ext cx="4028149" cy="2630616"/>
            <a:chOff x="6862483" y="3612354"/>
            <a:chExt cx="4028149" cy="2630616"/>
          </a:xfrm>
        </p:grpSpPr>
        <p:pic>
          <p:nvPicPr>
            <p:cNvPr id="1336" name="그림 1335"/>
            <p:cNvPicPr>
              <a:picLocks noChangeAspect="1"/>
            </p:cNvPicPr>
            <p:nvPr/>
          </p:nvPicPr>
          <p:blipFill rotWithShape="1">
            <a:blip r:embed="rId5"/>
            <a:srcRect l="2784" t="2665"/>
            <a:stretch/>
          </p:blipFill>
          <p:spPr>
            <a:xfrm>
              <a:off x="6862483" y="3830970"/>
              <a:ext cx="4022935" cy="2412000"/>
            </a:xfrm>
            <a:prstGeom prst="rect">
              <a:avLst/>
            </a:prstGeom>
          </p:spPr>
        </p:pic>
        <p:sp>
          <p:nvSpPr>
            <p:cNvPr id="1356" name="TextBox 1355">
              <a:extLst>
                <a:ext uri="{FF2B5EF4-FFF2-40B4-BE49-F238E27FC236}">
                  <a16:creationId xmlns:a16="http://schemas.microsoft.com/office/drawing/2014/main" id="{C05FEB1D-3E21-00C8-060D-FD79BD127BDA}"/>
                </a:ext>
              </a:extLst>
            </p:cNvPr>
            <p:cNvSpPr txBox="1"/>
            <p:nvPr/>
          </p:nvSpPr>
          <p:spPr>
            <a:xfrm>
              <a:off x="6885446" y="3612354"/>
              <a:ext cx="40051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00" b="1" dirty="0"/>
                <a:t>2019</a:t>
              </a:r>
              <a:endParaRPr lang="ko-KR" altLang="en-US" sz="2200" b="1" dirty="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3335623-9F2B-47E6-8822-E96CF5CA2662}"/>
              </a:ext>
            </a:extLst>
          </p:cNvPr>
          <p:cNvGrpSpPr/>
          <p:nvPr/>
        </p:nvGrpSpPr>
        <p:grpSpPr>
          <a:xfrm>
            <a:off x="6878145" y="6685092"/>
            <a:ext cx="4010682" cy="2628785"/>
            <a:chOff x="6878145" y="7247127"/>
            <a:chExt cx="4010682" cy="2628785"/>
          </a:xfrm>
        </p:grpSpPr>
        <p:pic>
          <p:nvPicPr>
            <p:cNvPr id="1344" name="그림 1343"/>
            <p:cNvPicPr>
              <a:picLocks noChangeAspect="1"/>
            </p:cNvPicPr>
            <p:nvPr/>
          </p:nvPicPr>
          <p:blipFill rotWithShape="1">
            <a:blip r:embed="rId6"/>
            <a:srcRect l="2819" t="2734"/>
            <a:stretch/>
          </p:blipFill>
          <p:spPr>
            <a:xfrm>
              <a:off x="6878145" y="7463912"/>
              <a:ext cx="4007728" cy="2412000"/>
            </a:xfrm>
            <a:prstGeom prst="rect">
              <a:avLst/>
            </a:prstGeom>
          </p:spPr>
        </p:pic>
        <p:sp>
          <p:nvSpPr>
            <p:cNvPr id="1357" name="TextBox 1356">
              <a:extLst>
                <a:ext uri="{FF2B5EF4-FFF2-40B4-BE49-F238E27FC236}">
                  <a16:creationId xmlns:a16="http://schemas.microsoft.com/office/drawing/2014/main" id="{6AEB844A-A6EA-A5A0-25C8-53D87AD44B23}"/>
                </a:ext>
              </a:extLst>
            </p:cNvPr>
            <p:cNvSpPr txBox="1"/>
            <p:nvPr/>
          </p:nvSpPr>
          <p:spPr>
            <a:xfrm>
              <a:off x="6883641" y="7247127"/>
              <a:ext cx="40051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200" b="1" dirty="0"/>
                <a:t>2024</a:t>
              </a:r>
              <a:endParaRPr lang="ko-KR" altLang="en-US" sz="2200" b="1" dirty="0"/>
            </a:p>
          </p:txBody>
        </p:sp>
      </p:grpSp>
      <p:pic>
        <p:nvPicPr>
          <p:cNvPr id="1340" name="그림 13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9391296" y="10001031"/>
            <a:ext cx="1526752" cy="11491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61" name="TextBox 1360">
            <a:extLst>
              <a:ext uri="{FF2B5EF4-FFF2-40B4-BE49-F238E27FC236}">
                <a16:creationId xmlns:a16="http://schemas.microsoft.com/office/drawing/2014/main" id="{9D2E22C6-2110-1470-20F0-117CD42AEAF1}"/>
              </a:ext>
            </a:extLst>
          </p:cNvPr>
          <p:cNvSpPr txBox="1"/>
          <p:nvPr/>
        </p:nvSpPr>
        <p:spPr>
          <a:xfrm>
            <a:off x="5061218" y="9113506"/>
            <a:ext cx="20495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17BECF"/>
                </a:solidFill>
              </a:rPr>
              <a:t>Colombo</a:t>
            </a:r>
            <a:endParaRPr lang="ko-KR" altLang="en-US" sz="2000" dirty="0">
              <a:solidFill>
                <a:srgbClr val="17BECF"/>
              </a:solidFill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BC502D02-AEB2-C7DB-1B31-EDF369A88D06}"/>
              </a:ext>
            </a:extLst>
          </p:cNvPr>
          <p:cNvGrpSpPr/>
          <p:nvPr/>
        </p:nvGrpSpPr>
        <p:grpSpPr>
          <a:xfrm>
            <a:off x="401843" y="2257713"/>
            <a:ext cx="6623324" cy="3999832"/>
            <a:chOff x="401843" y="2229138"/>
            <a:chExt cx="6623324" cy="3999832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4E1E5523-F7CB-D01A-5E42-719A8C1D928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182" r="753" b="11417"/>
            <a:stretch>
              <a:fillRect/>
            </a:stretch>
          </p:blipFill>
          <p:spPr bwMode="auto">
            <a:xfrm>
              <a:off x="744310" y="2408689"/>
              <a:ext cx="4821592" cy="36960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8" name="TextBox 1307">
              <a:extLst>
                <a:ext uri="{FF2B5EF4-FFF2-40B4-BE49-F238E27FC236}">
                  <a16:creationId xmlns:a16="http://schemas.microsoft.com/office/drawing/2014/main" id="{55DF9DC8-7051-595F-EC82-312E6CCD20A9}"/>
                </a:ext>
              </a:extLst>
            </p:cNvPr>
            <p:cNvSpPr txBox="1"/>
            <p:nvPr/>
          </p:nvSpPr>
          <p:spPr>
            <a:xfrm rot="16200000">
              <a:off x="197740" y="5686313"/>
              <a:ext cx="746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/>
                <a:t>15</a:t>
              </a:r>
              <a:endParaRPr lang="ko-KR" altLang="en-US" sz="1600" b="1" dirty="0"/>
            </a:p>
          </p:txBody>
        </p:sp>
        <p:sp>
          <p:nvSpPr>
            <p:cNvPr id="1309" name="TextBox 1308">
              <a:extLst>
                <a:ext uri="{FF2B5EF4-FFF2-40B4-BE49-F238E27FC236}">
                  <a16:creationId xmlns:a16="http://schemas.microsoft.com/office/drawing/2014/main" id="{70747AE6-4D0A-DB9B-4B44-47A3FA5BD547}"/>
                </a:ext>
              </a:extLst>
            </p:cNvPr>
            <p:cNvSpPr txBox="1"/>
            <p:nvPr/>
          </p:nvSpPr>
          <p:spPr>
            <a:xfrm rot="16200000">
              <a:off x="197740" y="4184346"/>
              <a:ext cx="746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28</a:t>
              </a:r>
              <a:endParaRPr lang="ko-KR" altLang="en-US" sz="1600" b="1" dirty="0"/>
            </a:p>
          </p:txBody>
        </p:sp>
        <p:sp>
          <p:nvSpPr>
            <p:cNvPr id="1310" name="TextBox 1309">
              <a:extLst>
                <a:ext uri="{FF2B5EF4-FFF2-40B4-BE49-F238E27FC236}">
                  <a16:creationId xmlns:a16="http://schemas.microsoft.com/office/drawing/2014/main" id="{58EE8A02-2594-CAE0-C315-DB9082217D6E}"/>
                </a:ext>
              </a:extLst>
            </p:cNvPr>
            <p:cNvSpPr txBox="1"/>
            <p:nvPr/>
          </p:nvSpPr>
          <p:spPr>
            <a:xfrm rot="16200000">
              <a:off x="197740" y="2433241"/>
              <a:ext cx="746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41</a:t>
              </a:r>
              <a:endParaRPr lang="ko-KR" altLang="en-US" sz="1600" b="1" dirty="0"/>
            </a:p>
          </p:txBody>
        </p:sp>
        <p:sp>
          <p:nvSpPr>
            <p:cNvPr id="1348" name="TextBox 1347">
              <a:extLst>
                <a:ext uri="{FF2B5EF4-FFF2-40B4-BE49-F238E27FC236}">
                  <a16:creationId xmlns:a16="http://schemas.microsoft.com/office/drawing/2014/main" id="{5FFDEDFF-A8AD-2253-2D39-C637830C71A5}"/>
                </a:ext>
              </a:extLst>
            </p:cNvPr>
            <p:cNvSpPr txBox="1"/>
            <p:nvPr/>
          </p:nvSpPr>
          <p:spPr>
            <a:xfrm>
              <a:off x="4934076" y="2874529"/>
              <a:ext cx="12985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1F77B4"/>
                  </a:solidFill>
                </a:rPr>
                <a:t>Mumbai</a:t>
              </a:r>
              <a:endParaRPr lang="ko-KR" altLang="en-US" sz="2000" dirty="0">
                <a:solidFill>
                  <a:srgbClr val="1F77B4"/>
                </a:solidFill>
              </a:endParaRPr>
            </a:p>
          </p:txBody>
        </p:sp>
        <p:sp>
          <p:nvSpPr>
            <p:cNvPr id="1349" name="TextBox 1348">
              <a:extLst>
                <a:ext uri="{FF2B5EF4-FFF2-40B4-BE49-F238E27FC236}">
                  <a16:creationId xmlns:a16="http://schemas.microsoft.com/office/drawing/2014/main" id="{0E35D596-16BF-6F2F-2026-925B508A478E}"/>
                </a:ext>
              </a:extLst>
            </p:cNvPr>
            <p:cNvSpPr txBox="1"/>
            <p:nvPr/>
          </p:nvSpPr>
          <p:spPr>
            <a:xfrm>
              <a:off x="5307203" y="4418753"/>
              <a:ext cx="11220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D62728"/>
                  </a:solidFill>
                </a:rPr>
                <a:t>Karachi</a:t>
              </a:r>
              <a:endParaRPr lang="ko-KR" altLang="en-US" sz="2000" dirty="0">
                <a:solidFill>
                  <a:srgbClr val="D62728"/>
                </a:solidFill>
              </a:endParaRPr>
            </a:p>
          </p:txBody>
        </p:sp>
        <p:sp>
          <p:nvSpPr>
            <p:cNvPr id="1350" name="TextBox 1349">
              <a:extLst>
                <a:ext uri="{FF2B5EF4-FFF2-40B4-BE49-F238E27FC236}">
                  <a16:creationId xmlns:a16="http://schemas.microsoft.com/office/drawing/2014/main" id="{FE3429DD-6335-0540-CEEF-C6B5A0DE5D23}"/>
                </a:ext>
              </a:extLst>
            </p:cNvPr>
            <p:cNvSpPr txBox="1"/>
            <p:nvPr/>
          </p:nvSpPr>
          <p:spPr>
            <a:xfrm>
              <a:off x="4993068" y="4856488"/>
              <a:ext cx="104157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8C564B"/>
                  </a:solidFill>
                </a:rPr>
                <a:t>Nairobi</a:t>
              </a:r>
              <a:endParaRPr lang="ko-KR" altLang="en-US" sz="2000" dirty="0">
                <a:solidFill>
                  <a:srgbClr val="8C564B"/>
                </a:solidFill>
              </a:endParaRPr>
            </a:p>
          </p:txBody>
        </p:sp>
        <p:sp>
          <p:nvSpPr>
            <p:cNvPr id="1351" name="TextBox 1350">
              <a:extLst>
                <a:ext uri="{FF2B5EF4-FFF2-40B4-BE49-F238E27FC236}">
                  <a16:creationId xmlns:a16="http://schemas.microsoft.com/office/drawing/2014/main" id="{C4F08B58-71B8-6550-5E5D-ED7F507051DA}"/>
                </a:ext>
              </a:extLst>
            </p:cNvPr>
            <p:cNvSpPr txBox="1"/>
            <p:nvPr/>
          </p:nvSpPr>
          <p:spPr>
            <a:xfrm>
              <a:off x="5352035" y="5690900"/>
              <a:ext cx="1673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E377C2"/>
                  </a:solidFill>
                </a:rPr>
                <a:t>Ouagadougou</a:t>
              </a:r>
              <a:endParaRPr lang="ko-KR" altLang="en-US" sz="2000" dirty="0">
                <a:solidFill>
                  <a:srgbClr val="E377C2"/>
                </a:solidFill>
              </a:endParaRPr>
            </a:p>
          </p:txBody>
        </p:sp>
      </p:grp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A7E0170-E659-41A1-B800-34B3AA0BE5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40052"/>
              </p:ext>
            </p:extLst>
          </p:nvPr>
        </p:nvGraphicFramePr>
        <p:xfrm>
          <a:off x="7431794" y="9546628"/>
          <a:ext cx="1692000" cy="11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>
                  <a:extLst>
                    <a:ext uri="{9D8B030D-6E8A-4147-A177-3AD203B41FA5}">
                      <a16:colId xmlns:a16="http://schemas.microsoft.com/office/drawing/2014/main" val="2030252022"/>
                    </a:ext>
                  </a:extLst>
                </a:gridCol>
                <a:gridCol w="846000">
                  <a:extLst>
                    <a:ext uri="{9D8B030D-6E8A-4147-A177-3AD203B41FA5}">
                      <a16:colId xmlns:a16="http://schemas.microsoft.com/office/drawing/2014/main" val="100053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DE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DE" sz="1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6457331"/>
                  </a:ext>
                </a:extLst>
              </a:tr>
            </a:tbl>
          </a:graphicData>
        </a:graphic>
      </p:graphicFrame>
      <p:sp>
        <p:nvSpPr>
          <p:cNvPr id="59" name="TextBox 58">
            <a:extLst>
              <a:ext uri="{FF2B5EF4-FFF2-40B4-BE49-F238E27FC236}">
                <a16:creationId xmlns:a16="http://schemas.microsoft.com/office/drawing/2014/main" id="{1373CD9A-DD73-45FD-A533-45B0C1DE53EE}"/>
              </a:ext>
            </a:extLst>
          </p:cNvPr>
          <p:cNvSpPr txBox="1"/>
          <p:nvPr/>
        </p:nvSpPr>
        <p:spPr>
          <a:xfrm>
            <a:off x="7271672" y="9596605"/>
            <a:ext cx="330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0</a:t>
            </a:r>
            <a:endParaRPr lang="ko-KR" altLang="en-US" sz="16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B915352-D25D-47F0-A09D-1E7E2EC44969}"/>
              </a:ext>
            </a:extLst>
          </p:cNvPr>
          <p:cNvSpPr txBox="1"/>
          <p:nvPr/>
        </p:nvSpPr>
        <p:spPr>
          <a:xfrm>
            <a:off x="8112479" y="9596605"/>
            <a:ext cx="3306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2</a:t>
            </a:r>
            <a:endParaRPr lang="ko-KR" altLang="en-US" sz="16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8F7802B-213D-4889-8B35-0D16F789BF2A}"/>
              </a:ext>
            </a:extLst>
          </p:cNvPr>
          <p:cNvSpPr txBox="1"/>
          <p:nvPr/>
        </p:nvSpPr>
        <p:spPr>
          <a:xfrm>
            <a:off x="8953286" y="9596605"/>
            <a:ext cx="570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ea typeface="Cambria" panose="02040503050406030204" pitchFamily="18" charset="0"/>
              </a:rPr>
              <a:t>4km</a:t>
            </a:r>
            <a:endParaRPr lang="ko-KR" altLang="en-US" sz="1600" dirty="0"/>
          </a:p>
        </p:txBody>
      </p:sp>
      <p:pic>
        <p:nvPicPr>
          <p:cNvPr id="1026" name="Picture 2" descr="North arrow black high quality Royalty Free Vector Image">
            <a:extLst>
              <a:ext uri="{FF2B5EF4-FFF2-40B4-BE49-F238E27FC236}">
                <a16:creationId xmlns:a16="http://schemas.microsoft.com/office/drawing/2014/main" id="{BB570AE1-4972-430F-816A-384532FE83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3" t="690" r="16040" b="9593"/>
          <a:stretch/>
        </p:blipFill>
        <p:spPr bwMode="auto">
          <a:xfrm>
            <a:off x="10297202" y="857344"/>
            <a:ext cx="389643" cy="50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id="{A35A7BE0-CC30-3688-CF2A-1AF718088849}"/>
              </a:ext>
            </a:extLst>
          </p:cNvPr>
          <p:cNvGrpSpPr/>
          <p:nvPr/>
        </p:nvGrpSpPr>
        <p:grpSpPr>
          <a:xfrm>
            <a:off x="401843" y="-85413"/>
            <a:ext cx="6641601" cy="2840734"/>
            <a:chOff x="401843" y="-104463"/>
            <a:chExt cx="6641601" cy="2840734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87E5B0AA-02F1-A114-F659-1FF39A0F47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00" b="20051"/>
            <a:stretch>
              <a:fillRect/>
            </a:stretch>
          </p:blipFill>
          <p:spPr bwMode="auto">
            <a:xfrm>
              <a:off x="745167" y="127266"/>
              <a:ext cx="4863771" cy="22437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05" name="TextBox 1304">
              <a:extLst>
                <a:ext uri="{FF2B5EF4-FFF2-40B4-BE49-F238E27FC236}">
                  <a16:creationId xmlns:a16="http://schemas.microsoft.com/office/drawing/2014/main" id="{EC9CFD84-8970-3127-14B1-B1E1138B7679}"/>
                </a:ext>
              </a:extLst>
            </p:cNvPr>
            <p:cNvSpPr txBox="1"/>
            <p:nvPr/>
          </p:nvSpPr>
          <p:spPr>
            <a:xfrm>
              <a:off x="3571876" y="-74445"/>
              <a:ext cx="100867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solidFill>
                    <a:srgbClr val="FF0000"/>
                  </a:solidFill>
                </a:rPr>
                <a:t>Covid-19 Lockdown</a:t>
              </a:r>
              <a:endParaRPr lang="ko-KR" altLang="en-US" sz="1400" b="1" dirty="0">
                <a:solidFill>
                  <a:srgbClr val="FF0000"/>
                </a:solidFill>
              </a:endParaRPr>
            </a:p>
          </p:txBody>
        </p:sp>
        <p:sp>
          <p:nvSpPr>
            <p:cNvPr id="1311" name="TextBox 1310">
              <a:extLst>
                <a:ext uri="{FF2B5EF4-FFF2-40B4-BE49-F238E27FC236}">
                  <a16:creationId xmlns:a16="http://schemas.microsoft.com/office/drawing/2014/main" id="{52B2D2EC-2632-D52F-BDF9-C4446915973D}"/>
                </a:ext>
              </a:extLst>
            </p:cNvPr>
            <p:cNvSpPr txBox="1"/>
            <p:nvPr/>
          </p:nvSpPr>
          <p:spPr>
            <a:xfrm rot="16200000">
              <a:off x="197740" y="2193614"/>
              <a:ext cx="746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45 </a:t>
              </a:r>
              <a:endParaRPr lang="ko-KR" altLang="en-US" sz="1600" b="1" dirty="0"/>
            </a:p>
          </p:txBody>
        </p:sp>
        <p:sp>
          <p:nvSpPr>
            <p:cNvPr id="1354" name="TextBox 1353">
              <a:extLst>
                <a:ext uri="{FF2B5EF4-FFF2-40B4-BE49-F238E27FC236}">
                  <a16:creationId xmlns:a16="http://schemas.microsoft.com/office/drawing/2014/main" id="{A5DCB6D6-5084-1DFC-33EC-DFD8334C5362}"/>
                </a:ext>
              </a:extLst>
            </p:cNvPr>
            <p:cNvSpPr txBox="1"/>
            <p:nvPr/>
          </p:nvSpPr>
          <p:spPr>
            <a:xfrm rot="16200000">
              <a:off x="197741" y="1114877"/>
              <a:ext cx="746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55 </a:t>
              </a:r>
              <a:endParaRPr lang="ko-KR" altLang="en-US" sz="1600" b="1" dirty="0"/>
            </a:p>
          </p:txBody>
        </p:sp>
        <p:sp>
          <p:nvSpPr>
            <p:cNvPr id="1355" name="TextBox 1354">
              <a:extLst>
                <a:ext uri="{FF2B5EF4-FFF2-40B4-BE49-F238E27FC236}">
                  <a16:creationId xmlns:a16="http://schemas.microsoft.com/office/drawing/2014/main" id="{875FD221-C248-BA54-0FA1-DE5D15BD270C}"/>
                </a:ext>
              </a:extLst>
            </p:cNvPr>
            <p:cNvSpPr txBox="1"/>
            <p:nvPr/>
          </p:nvSpPr>
          <p:spPr>
            <a:xfrm rot="16200000">
              <a:off x="197742" y="99640"/>
              <a:ext cx="74676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600" b="1" dirty="0"/>
                <a:t>65 </a:t>
              </a:r>
              <a:endParaRPr lang="ko-KR" altLang="en-US" sz="1600" b="1" dirty="0"/>
            </a:p>
          </p:txBody>
        </p:sp>
        <p:sp>
          <p:nvSpPr>
            <p:cNvPr id="1362" name="TextBox 1361">
              <a:extLst>
                <a:ext uri="{FF2B5EF4-FFF2-40B4-BE49-F238E27FC236}">
                  <a16:creationId xmlns:a16="http://schemas.microsoft.com/office/drawing/2014/main" id="{E13E80C5-4D67-0E74-3C1A-C7F066A5EA62}"/>
                </a:ext>
              </a:extLst>
            </p:cNvPr>
            <p:cNvSpPr txBox="1"/>
            <p:nvPr/>
          </p:nvSpPr>
          <p:spPr>
            <a:xfrm>
              <a:off x="5164332" y="401837"/>
              <a:ext cx="129851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A6CEE3"/>
                  </a:solidFill>
                </a:rPr>
                <a:t>Cairo</a:t>
              </a:r>
              <a:endParaRPr lang="ko-KR" altLang="en-US" sz="2000" dirty="0">
                <a:solidFill>
                  <a:srgbClr val="A6CEE3"/>
                </a:solidFill>
              </a:endParaRPr>
            </a:p>
          </p:txBody>
        </p:sp>
        <p:sp>
          <p:nvSpPr>
            <p:cNvPr id="1363" name="TextBox 1362">
              <a:extLst>
                <a:ext uri="{FF2B5EF4-FFF2-40B4-BE49-F238E27FC236}">
                  <a16:creationId xmlns:a16="http://schemas.microsoft.com/office/drawing/2014/main" id="{17D0A750-380B-F323-B160-96938351EDE0}"/>
                </a:ext>
              </a:extLst>
            </p:cNvPr>
            <p:cNvSpPr txBox="1"/>
            <p:nvPr/>
          </p:nvSpPr>
          <p:spPr>
            <a:xfrm>
              <a:off x="5370312" y="1196160"/>
              <a:ext cx="16731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solidFill>
                    <a:srgbClr val="FB9998"/>
                  </a:solidFill>
                </a:rPr>
                <a:t>Tegucigalpa</a:t>
              </a:r>
              <a:endParaRPr lang="ko-KR" altLang="en-US" sz="2000" dirty="0">
                <a:solidFill>
                  <a:srgbClr val="FB9998"/>
                </a:solidFill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F464BD25-3A71-00CF-D238-B23C9BC5C006}"/>
                </a:ext>
              </a:extLst>
            </p:cNvPr>
            <p:cNvCxnSpPr/>
            <p:nvPr/>
          </p:nvCxnSpPr>
          <p:spPr>
            <a:xfrm>
              <a:off x="745446" y="2363560"/>
              <a:ext cx="4826806" cy="13731"/>
            </a:xfrm>
            <a:prstGeom prst="line">
              <a:avLst/>
            </a:prstGeom>
            <a:ln w="952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245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79</Words>
  <Application>Microsoft Office PowerPoint</Application>
  <PresentationFormat>사용자 지정</PresentationFormat>
  <Paragraphs>58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Malgun Gothic</vt:lpstr>
      <vt:lpstr>Arial</vt:lpstr>
      <vt:lpstr>Calibri</vt:lpstr>
      <vt:lpstr>Calibri Light</vt:lpstr>
      <vt:lpstr>Cambria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성원 박</dc:creator>
  <cp:lastModifiedBy>박성원</cp:lastModifiedBy>
  <cp:revision>21</cp:revision>
  <dcterms:created xsi:type="dcterms:W3CDTF">2025-01-06T05:23:47Z</dcterms:created>
  <dcterms:modified xsi:type="dcterms:W3CDTF">2025-09-17T14:37:43Z</dcterms:modified>
</cp:coreProperties>
</file>