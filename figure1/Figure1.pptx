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9359900" cy="11963400"/>
  <p:notesSz cx="6858000" cy="9144000"/>
  <p:defaultTextStyle>
    <a:defPPr>
      <a:defRPr lang="ko-KR"/>
    </a:defPPr>
    <a:lvl1pPr marL="0" algn="l" defTabSz="919696" rtl="0" eaLnBrk="1" latinLnBrk="1" hangingPunct="1">
      <a:defRPr sz="1810" kern="1200">
        <a:solidFill>
          <a:schemeClr val="tx1"/>
        </a:solidFill>
        <a:latin typeface="+mn-lt"/>
        <a:ea typeface="+mn-ea"/>
        <a:cs typeface="+mn-cs"/>
      </a:defRPr>
    </a:lvl1pPr>
    <a:lvl2pPr marL="459848" algn="l" defTabSz="919696" rtl="0" eaLnBrk="1" latinLnBrk="1" hangingPunct="1">
      <a:defRPr sz="1810" kern="1200">
        <a:solidFill>
          <a:schemeClr val="tx1"/>
        </a:solidFill>
        <a:latin typeface="+mn-lt"/>
        <a:ea typeface="+mn-ea"/>
        <a:cs typeface="+mn-cs"/>
      </a:defRPr>
    </a:lvl2pPr>
    <a:lvl3pPr marL="919696" algn="l" defTabSz="919696" rtl="0" eaLnBrk="1" latinLnBrk="1" hangingPunct="1">
      <a:defRPr sz="1810" kern="1200">
        <a:solidFill>
          <a:schemeClr val="tx1"/>
        </a:solidFill>
        <a:latin typeface="+mn-lt"/>
        <a:ea typeface="+mn-ea"/>
        <a:cs typeface="+mn-cs"/>
      </a:defRPr>
    </a:lvl3pPr>
    <a:lvl4pPr marL="1379544" algn="l" defTabSz="919696" rtl="0" eaLnBrk="1" latinLnBrk="1" hangingPunct="1">
      <a:defRPr sz="1810" kern="1200">
        <a:solidFill>
          <a:schemeClr val="tx1"/>
        </a:solidFill>
        <a:latin typeface="+mn-lt"/>
        <a:ea typeface="+mn-ea"/>
        <a:cs typeface="+mn-cs"/>
      </a:defRPr>
    </a:lvl4pPr>
    <a:lvl5pPr marL="1839391" algn="l" defTabSz="919696" rtl="0" eaLnBrk="1" latinLnBrk="1" hangingPunct="1">
      <a:defRPr sz="1810" kern="1200">
        <a:solidFill>
          <a:schemeClr val="tx1"/>
        </a:solidFill>
        <a:latin typeface="+mn-lt"/>
        <a:ea typeface="+mn-ea"/>
        <a:cs typeface="+mn-cs"/>
      </a:defRPr>
    </a:lvl5pPr>
    <a:lvl6pPr marL="2299239" algn="l" defTabSz="919696" rtl="0" eaLnBrk="1" latinLnBrk="1" hangingPunct="1">
      <a:defRPr sz="1810" kern="1200">
        <a:solidFill>
          <a:schemeClr val="tx1"/>
        </a:solidFill>
        <a:latin typeface="+mn-lt"/>
        <a:ea typeface="+mn-ea"/>
        <a:cs typeface="+mn-cs"/>
      </a:defRPr>
    </a:lvl6pPr>
    <a:lvl7pPr marL="2759087" algn="l" defTabSz="919696" rtl="0" eaLnBrk="1" latinLnBrk="1" hangingPunct="1">
      <a:defRPr sz="1810" kern="1200">
        <a:solidFill>
          <a:schemeClr val="tx1"/>
        </a:solidFill>
        <a:latin typeface="+mn-lt"/>
        <a:ea typeface="+mn-ea"/>
        <a:cs typeface="+mn-cs"/>
      </a:defRPr>
    </a:lvl7pPr>
    <a:lvl8pPr marL="3218935" algn="l" defTabSz="919696" rtl="0" eaLnBrk="1" latinLnBrk="1" hangingPunct="1">
      <a:defRPr sz="1810" kern="1200">
        <a:solidFill>
          <a:schemeClr val="tx1"/>
        </a:solidFill>
        <a:latin typeface="+mn-lt"/>
        <a:ea typeface="+mn-ea"/>
        <a:cs typeface="+mn-cs"/>
      </a:defRPr>
    </a:lvl8pPr>
    <a:lvl9pPr marL="3678783" algn="l" defTabSz="919696" rtl="0" eaLnBrk="1" latinLnBrk="1" hangingPunct="1">
      <a:defRPr sz="181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3614" y="8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1993" y="1957900"/>
            <a:ext cx="7955915" cy="4165036"/>
          </a:xfrm>
        </p:spPr>
        <p:txBody>
          <a:bodyPr anchor="b"/>
          <a:lstStyle>
            <a:lvl1pPr algn="ctr">
              <a:defRPr sz="614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988" y="6283555"/>
            <a:ext cx="7019925" cy="2888385"/>
          </a:xfrm>
        </p:spPr>
        <p:txBody>
          <a:bodyPr/>
          <a:lstStyle>
            <a:lvl1pPr marL="0" indent="0" algn="ctr">
              <a:buNone/>
              <a:defRPr sz="2457"/>
            </a:lvl1pPr>
            <a:lvl2pPr marL="467990" indent="0" algn="ctr">
              <a:buNone/>
              <a:defRPr sz="2047"/>
            </a:lvl2pPr>
            <a:lvl3pPr marL="935980" indent="0" algn="ctr">
              <a:buNone/>
              <a:defRPr sz="1842"/>
            </a:lvl3pPr>
            <a:lvl4pPr marL="1403970" indent="0" algn="ctr">
              <a:buNone/>
              <a:defRPr sz="1638"/>
            </a:lvl4pPr>
            <a:lvl5pPr marL="1871960" indent="0" algn="ctr">
              <a:buNone/>
              <a:defRPr sz="1638"/>
            </a:lvl5pPr>
            <a:lvl6pPr marL="2339950" indent="0" algn="ctr">
              <a:buNone/>
              <a:defRPr sz="1638"/>
            </a:lvl6pPr>
            <a:lvl7pPr marL="2807940" indent="0" algn="ctr">
              <a:buNone/>
              <a:defRPr sz="1638"/>
            </a:lvl7pPr>
            <a:lvl8pPr marL="3275929" indent="0" algn="ctr">
              <a:buNone/>
              <a:defRPr sz="1638"/>
            </a:lvl8pPr>
            <a:lvl9pPr marL="3743919" indent="0" algn="ctr">
              <a:buNone/>
              <a:defRPr sz="1638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41FAF-B2E6-48B9-86EF-A8A7C8DD1004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7AE7-2557-4A91-A368-FA7E3058D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9355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41FAF-B2E6-48B9-86EF-A8A7C8DD1004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7AE7-2557-4A91-A368-FA7E3058D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730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619" y="2982546"/>
            <a:ext cx="8072914" cy="4976441"/>
          </a:xfrm>
        </p:spPr>
        <p:txBody>
          <a:bodyPr anchor="b"/>
          <a:lstStyle>
            <a:lvl1pPr>
              <a:defRPr sz="614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619" y="8006066"/>
            <a:ext cx="8072914" cy="2616993"/>
          </a:xfrm>
        </p:spPr>
        <p:txBody>
          <a:bodyPr/>
          <a:lstStyle>
            <a:lvl1pPr marL="0" indent="0">
              <a:buNone/>
              <a:defRPr sz="2457">
                <a:solidFill>
                  <a:schemeClr val="tx1"/>
                </a:solidFill>
              </a:defRPr>
            </a:lvl1pPr>
            <a:lvl2pPr marL="467990" indent="0">
              <a:buNone/>
              <a:defRPr sz="2047">
                <a:solidFill>
                  <a:schemeClr val="tx1">
                    <a:tint val="75000"/>
                  </a:schemeClr>
                </a:solidFill>
              </a:defRPr>
            </a:lvl2pPr>
            <a:lvl3pPr marL="935980" indent="0">
              <a:buNone/>
              <a:defRPr sz="1842">
                <a:solidFill>
                  <a:schemeClr val="tx1">
                    <a:tint val="75000"/>
                  </a:schemeClr>
                </a:solidFill>
              </a:defRPr>
            </a:lvl3pPr>
            <a:lvl4pPr marL="140397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4pPr>
            <a:lvl5pPr marL="187196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5pPr>
            <a:lvl6pPr marL="233995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6pPr>
            <a:lvl7pPr marL="280794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7pPr>
            <a:lvl8pPr marL="3275929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8pPr>
            <a:lvl9pPr marL="3743919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41FAF-B2E6-48B9-86EF-A8A7C8DD1004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7AE7-2557-4A91-A368-FA7E3058D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4885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3493" y="3184702"/>
            <a:ext cx="3977958" cy="759066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8449" y="3184702"/>
            <a:ext cx="3977958" cy="759066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41FAF-B2E6-48B9-86EF-A8A7C8DD1004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7AE7-2557-4A91-A368-FA7E3058D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4771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636943"/>
            <a:ext cx="8072914" cy="23123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4713" y="2932695"/>
            <a:ext cx="3959676" cy="1437269"/>
          </a:xfrm>
        </p:spPr>
        <p:txBody>
          <a:bodyPr anchor="b"/>
          <a:lstStyle>
            <a:lvl1pPr marL="0" indent="0">
              <a:buNone/>
              <a:defRPr sz="2457" b="1"/>
            </a:lvl1pPr>
            <a:lvl2pPr marL="467990" indent="0">
              <a:buNone/>
              <a:defRPr sz="2047" b="1"/>
            </a:lvl2pPr>
            <a:lvl3pPr marL="935980" indent="0">
              <a:buNone/>
              <a:defRPr sz="1842" b="1"/>
            </a:lvl3pPr>
            <a:lvl4pPr marL="1403970" indent="0">
              <a:buNone/>
              <a:defRPr sz="1638" b="1"/>
            </a:lvl4pPr>
            <a:lvl5pPr marL="1871960" indent="0">
              <a:buNone/>
              <a:defRPr sz="1638" b="1"/>
            </a:lvl5pPr>
            <a:lvl6pPr marL="2339950" indent="0">
              <a:buNone/>
              <a:defRPr sz="1638" b="1"/>
            </a:lvl6pPr>
            <a:lvl7pPr marL="2807940" indent="0">
              <a:buNone/>
              <a:defRPr sz="1638" b="1"/>
            </a:lvl7pPr>
            <a:lvl8pPr marL="3275929" indent="0">
              <a:buNone/>
              <a:defRPr sz="1638" b="1"/>
            </a:lvl8pPr>
            <a:lvl9pPr marL="3743919" indent="0">
              <a:buNone/>
              <a:defRPr sz="1638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4713" y="4369964"/>
            <a:ext cx="3959676" cy="642755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8450" y="2932695"/>
            <a:ext cx="3979177" cy="1437269"/>
          </a:xfrm>
        </p:spPr>
        <p:txBody>
          <a:bodyPr anchor="b"/>
          <a:lstStyle>
            <a:lvl1pPr marL="0" indent="0">
              <a:buNone/>
              <a:defRPr sz="2457" b="1"/>
            </a:lvl1pPr>
            <a:lvl2pPr marL="467990" indent="0">
              <a:buNone/>
              <a:defRPr sz="2047" b="1"/>
            </a:lvl2pPr>
            <a:lvl3pPr marL="935980" indent="0">
              <a:buNone/>
              <a:defRPr sz="1842" b="1"/>
            </a:lvl3pPr>
            <a:lvl4pPr marL="1403970" indent="0">
              <a:buNone/>
              <a:defRPr sz="1638" b="1"/>
            </a:lvl4pPr>
            <a:lvl5pPr marL="1871960" indent="0">
              <a:buNone/>
              <a:defRPr sz="1638" b="1"/>
            </a:lvl5pPr>
            <a:lvl6pPr marL="2339950" indent="0">
              <a:buNone/>
              <a:defRPr sz="1638" b="1"/>
            </a:lvl6pPr>
            <a:lvl7pPr marL="2807940" indent="0">
              <a:buNone/>
              <a:defRPr sz="1638" b="1"/>
            </a:lvl7pPr>
            <a:lvl8pPr marL="3275929" indent="0">
              <a:buNone/>
              <a:defRPr sz="1638" b="1"/>
            </a:lvl8pPr>
            <a:lvl9pPr marL="3743919" indent="0">
              <a:buNone/>
              <a:defRPr sz="1638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8450" y="4369964"/>
            <a:ext cx="3979177" cy="642755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41FAF-B2E6-48B9-86EF-A8A7C8DD1004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7AE7-2557-4A91-A368-FA7E3058D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930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41FAF-B2E6-48B9-86EF-A8A7C8DD1004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7AE7-2557-4A91-A368-FA7E3058D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4421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41FAF-B2E6-48B9-86EF-A8A7C8DD1004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7AE7-2557-4A91-A368-FA7E3058D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2444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797560"/>
            <a:ext cx="3018811" cy="2791460"/>
          </a:xfrm>
        </p:spPr>
        <p:txBody>
          <a:bodyPr anchor="b"/>
          <a:lstStyle>
            <a:lvl1pPr>
              <a:defRPr sz="327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9177" y="1722511"/>
            <a:ext cx="4738449" cy="8501768"/>
          </a:xfrm>
        </p:spPr>
        <p:txBody>
          <a:bodyPr/>
          <a:lstStyle>
            <a:lvl1pPr>
              <a:defRPr sz="3276"/>
            </a:lvl1pPr>
            <a:lvl2pPr>
              <a:defRPr sz="2866"/>
            </a:lvl2pPr>
            <a:lvl3pPr>
              <a:defRPr sz="2457"/>
            </a:lvl3pPr>
            <a:lvl4pPr>
              <a:defRPr sz="2047"/>
            </a:lvl4pPr>
            <a:lvl5pPr>
              <a:defRPr sz="2047"/>
            </a:lvl5pPr>
            <a:lvl6pPr>
              <a:defRPr sz="2047"/>
            </a:lvl6pPr>
            <a:lvl7pPr>
              <a:defRPr sz="2047"/>
            </a:lvl7pPr>
            <a:lvl8pPr>
              <a:defRPr sz="2047"/>
            </a:lvl8pPr>
            <a:lvl9pPr>
              <a:defRPr sz="2047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2" y="3589020"/>
            <a:ext cx="3018811" cy="6649104"/>
          </a:xfrm>
        </p:spPr>
        <p:txBody>
          <a:bodyPr/>
          <a:lstStyle>
            <a:lvl1pPr marL="0" indent="0">
              <a:buNone/>
              <a:defRPr sz="1638"/>
            </a:lvl1pPr>
            <a:lvl2pPr marL="467990" indent="0">
              <a:buNone/>
              <a:defRPr sz="1433"/>
            </a:lvl2pPr>
            <a:lvl3pPr marL="935980" indent="0">
              <a:buNone/>
              <a:defRPr sz="1228"/>
            </a:lvl3pPr>
            <a:lvl4pPr marL="1403970" indent="0">
              <a:buNone/>
              <a:defRPr sz="1024"/>
            </a:lvl4pPr>
            <a:lvl5pPr marL="1871960" indent="0">
              <a:buNone/>
              <a:defRPr sz="1024"/>
            </a:lvl5pPr>
            <a:lvl6pPr marL="2339950" indent="0">
              <a:buNone/>
              <a:defRPr sz="1024"/>
            </a:lvl6pPr>
            <a:lvl7pPr marL="2807940" indent="0">
              <a:buNone/>
              <a:defRPr sz="1024"/>
            </a:lvl7pPr>
            <a:lvl8pPr marL="3275929" indent="0">
              <a:buNone/>
              <a:defRPr sz="1024"/>
            </a:lvl8pPr>
            <a:lvl9pPr marL="3743919" indent="0">
              <a:buNone/>
              <a:defRPr sz="1024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41FAF-B2E6-48B9-86EF-A8A7C8DD1004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7AE7-2557-4A91-A368-FA7E3058D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603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797560"/>
            <a:ext cx="3018811" cy="2791460"/>
          </a:xfrm>
        </p:spPr>
        <p:txBody>
          <a:bodyPr anchor="b"/>
          <a:lstStyle>
            <a:lvl1pPr>
              <a:defRPr sz="327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79177" y="1722511"/>
            <a:ext cx="4738449" cy="8501768"/>
          </a:xfrm>
        </p:spPr>
        <p:txBody>
          <a:bodyPr anchor="t"/>
          <a:lstStyle>
            <a:lvl1pPr marL="0" indent="0">
              <a:buNone/>
              <a:defRPr sz="3276"/>
            </a:lvl1pPr>
            <a:lvl2pPr marL="467990" indent="0">
              <a:buNone/>
              <a:defRPr sz="2866"/>
            </a:lvl2pPr>
            <a:lvl3pPr marL="935980" indent="0">
              <a:buNone/>
              <a:defRPr sz="2457"/>
            </a:lvl3pPr>
            <a:lvl4pPr marL="1403970" indent="0">
              <a:buNone/>
              <a:defRPr sz="2047"/>
            </a:lvl4pPr>
            <a:lvl5pPr marL="1871960" indent="0">
              <a:buNone/>
              <a:defRPr sz="2047"/>
            </a:lvl5pPr>
            <a:lvl6pPr marL="2339950" indent="0">
              <a:buNone/>
              <a:defRPr sz="2047"/>
            </a:lvl6pPr>
            <a:lvl7pPr marL="2807940" indent="0">
              <a:buNone/>
              <a:defRPr sz="2047"/>
            </a:lvl7pPr>
            <a:lvl8pPr marL="3275929" indent="0">
              <a:buNone/>
              <a:defRPr sz="2047"/>
            </a:lvl8pPr>
            <a:lvl9pPr marL="3743919" indent="0">
              <a:buNone/>
              <a:defRPr sz="204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2" y="3589020"/>
            <a:ext cx="3018811" cy="6649104"/>
          </a:xfrm>
        </p:spPr>
        <p:txBody>
          <a:bodyPr/>
          <a:lstStyle>
            <a:lvl1pPr marL="0" indent="0">
              <a:buNone/>
              <a:defRPr sz="1638"/>
            </a:lvl1pPr>
            <a:lvl2pPr marL="467990" indent="0">
              <a:buNone/>
              <a:defRPr sz="1433"/>
            </a:lvl2pPr>
            <a:lvl3pPr marL="935980" indent="0">
              <a:buNone/>
              <a:defRPr sz="1228"/>
            </a:lvl3pPr>
            <a:lvl4pPr marL="1403970" indent="0">
              <a:buNone/>
              <a:defRPr sz="1024"/>
            </a:lvl4pPr>
            <a:lvl5pPr marL="1871960" indent="0">
              <a:buNone/>
              <a:defRPr sz="1024"/>
            </a:lvl5pPr>
            <a:lvl6pPr marL="2339950" indent="0">
              <a:buNone/>
              <a:defRPr sz="1024"/>
            </a:lvl6pPr>
            <a:lvl7pPr marL="2807940" indent="0">
              <a:buNone/>
              <a:defRPr sz="1024"/>
            </a:lvl7pPr>
            <a:lvl8pPr marL="3275929" indent="0">
              <a:buNone/>
              <a:defRPr sz="1024"/>
            </a:lvl8pPr>
            <a:lvl9pPr marL="3743919" indent="0">
              <a:buNone/>
              <a:defRPr sz="1024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41FAF-B2E6-48B9-86EF-A8A7C8DD1004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7AE7-2557-4A91-A368-FA7E3058D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602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41FAF-B2E6-48B9-86EF-A8A7C8DD1004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7AE7-2557-4A91-A368-FA7E3058D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7280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8179" y="636940"/>
            <a:ext cx="2018228" cy="1013842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493" y="636940"/>
            <a:ext cx="5937687" cy="1013842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41FAF-B2E6-48B9-86EF-A8A7C8DD1004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7AE7-2557-4A91-A368-FA7E3058D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3800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3493" y="636943"/>
            <a:ext cx="8072914" cy="23123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93" y="3184702"/>
            <a:ext cx="8072914" cy="75906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493" y="11088302"/>
            <a:ext cx="2105978" cy="636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41FAF-B2E6-48B9-86EF-A8A7C8DD1004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0467" y="11088302"/>
            <a:ext cx="3158966" cy="636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10429" y="11088302"/>
            <a:ext cx="2105978" cy="636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F57AE7-2557-4A91-A368-FA7E3058D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241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35980" rtl="0" eaLnBrk="1" latinLnBrk="1" hangingPunct="1">
        <a:lnSpc>
          <a:spcPct val="90000"/>
        </a:lnSpc>
        <a:spcBef>
          <a:spcPct val="0"/>
        </a:spcBef>
        <a:buNone/>
        <a:defRPr sz="450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3995" indent="-233995" algn="l" defTabSz="935980" rtl="0" eaLnBrk="1" latinLnBrk="1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2866" kern="1200">
          <a:solidFill>
            <a:schemeClr val="tx1"/>
          </a:solidFill>
          <a:latin typeface="+mn-lt"/>
          <a:ea typeface="+mn-ea"/>
          <a:cs typeface="+mn-cs"/>
        </a:defRPr>
      </a:lvl1pPr>
      <a:lvl2pPr marL="701985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2pPr>
      <a:lvl3pPr marL="1169975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2047" kern="1200">
          <a:solidFill>
            <a:schemeClr val="tx1"/>
          </a:solidFill>
          <a:latin typeface="+mn-lt"/>
          <a:ea typeface="+mn-ea"/>
          <a:cs typeface="+mn-cs"/>
        </a:defRPr>
      </a:lvl3pPr>
      <a:lvl4pPr marL="1637965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4pPr>
      <a:lvl5pPr marL="2105955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5pPr>
      <a:lvl6pPr marL="2573945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6pPr>
      <a:lvl7pPr marL="3041934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7pPr>
      <a:lvl8pPr marL="3509924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8pPr>
      <a:lvl9pPr marL="3977914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1pPr>
      <a:lvl2pPr marL="46799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2pPr>
      <a:lvl3pPr marL="93598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3pPr>
      <a:lvl4pPr marL="140397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4pPr>
      <a:lvl5pPr marL="187196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5pPr>
      <a:lvl6pPr marL="233995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6pPr>
      <a:lvl7pPr marL="280794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7pPr>
      <a:lvl8pPr marL="3275929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8pPr>
      <a:lvl9pPr marL="3743919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-100" y="14265"/>
            <a:ext cx="9360000" cy="11964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l="4454" r="3722"/>
          <a:stretch/>
        </p:blipFill>
        <p:spPr>
          <a:xfrm>
            <a:off x="294409" y="5155574"/>
            <a:ext cx="6279198" cy="62784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E2BB32D-8E69-4B74-A51E-10A125CDD58A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907981" y="9250232"/>
            <a:ext cx="2232000" cy="216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F33F4A4-033D-4195-A5C5-413F24DF9DFB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907981" y="7017822"/>
            <a:ext cx="2232000" cy="216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8897" y="14265"/>
            <a:ext cx="8990192" cy="50022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44697" y="11383523"/>
            <a:ext cx="6495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-</a:t>
            </a:r>
            <a:r>
              <a:rPr lang="en-US" altLang="ko-KR" sz="1400" dirty="0" smtClean="0"/>
              <a:t>1.687</a:t>
            </a:r>
            <a:endParaRPr lang="ko-KR" altLang="en-US" sz="1400" dirty="0"/>
          </a:p>
        </p:txBody>
      </p:sp>
      <p:sp>
        <p:nvSpPr>
          <p:cNvPr id="8" name="TextBox 7"/>
          <p:cNvSpPr txBox="1"/>
          <p:nvPr/>
        </p:nvSpPr>
        <p:spPr>
          <a:xfrm rot="16200000">
            <a:off x="-386813" y="10744612"/>
            <a:ext cx="1119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12.255</a:t>
            </a:r>
            <a:endParaRPr lang="ko-KR" altLang="en-US" sz="1400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V="1">
            <a:off x="4666896" y="11662885"/>
            <a:ext cx="1526752" cy="1149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21075" y="117407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</a:t>
            </a:r>
            <a:endParaRPr lang="ko-KR" alt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6061979" y="117407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2646931" y="11606858"/>
            <a:ext cx="1975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ea typeface="Cambria" panose="02040503050406030204" pitchFamily="18" charset="0"/>
              </a:rPr>
              <a:t>Probability of slum (</a:t>
            </a:r>
            <a:r>
              <a:rPr lang="en-US" altLang="ko-KR" sz="1600" i="1" dirty="0">
                <a:ea typeface="Cambria" panose="02040503050406030204" pitchFamily="18" charset="0"/>
              </a:rPr>
              <a:t>p</a:t>
            </a:r>
            <a:r>
              <a:rPr lang="en-US" altLang="ko-KR" sz="1600" dirty="0">
                <a:ea typeface="Cambria" panose="02040503050406030204" pitchFamily="18" charset="0"/>
              </a:rPr>
              <a:t>)</a:t>
            </a:r>
            <a:endParaRPr lang="ko-KR" altLang="en-US" sz="1600" dirty="0"/>
          </a:p>
        </p:txBody>
      </p:sp>
      <p:sp>
        <p:nvSpPr>
          <p:cNvPr id="13" name="직사각형 12"/>
          <p:cNvSpPr/>
          <p:nvPr/>
        </p:nvSpPr>
        <p:spPr>
          <a:xfrm>
            <a:off x="6720028" y="11662885"/>
            <a:ext cx="342790" cy="245823"/>
          </a:xfrm>
          <a:prstGeom prst="rect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7095312" y="11606858"/>
            <a:ext cx="22038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ea typeface="Cambria" panose="02040503050406030204" pitchFamily="18" charset="0"/>
              </a:rPr>
              <a:t>Detected slums (</a:t>
            </a:r>
            <a:r>
              <a:rPr lang="en-US" altLang="ko-KR" sz="1600" i="1" dirty="0">
                <a:ea typeface="Cambria" panose="02040503050406030204" pitchFamily="18" charset="0"/>
              </a:rPr>
              <a:t>p</a:t>
            </a:r>
            <a:r>
              <a:rPr lang="en-US" altLang="ko-KR" sz="1600" dirty="0">
                <a:ea typeface="Cambria" panose="02040503050406030204" pitchFamily="18" charset="0"/>
              </a:rPr>
              <a:t> &gt; 0.5)</a:t>
            </a:r>
            <a:endParaRPr lang="ko-KR" altLang="en-US" sz="1600" dirty="0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6202735" y="9234197"/>
            <a:ext cx="1119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12.4352</a:t>
            </a:r>
            <a:endParaRPr lang="ko-KR" altLang="en-US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8508656" y="11383523"/>
            <a:ext cx="7409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-1.4364</a:t>
            </a:r>
            <a:endParaRPr lang="ko-KR" alt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6003284" y="11383523"/>
            <a:ext cx="6495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-</a:t>
            </a:r>
            <a:r>
              <a:rPr lang="en-US" altLang="ko-KR" sz="1400" dirty="0" smtClean="0"/>
              <a:t>1.412</a:t>
            </a:r>
            <a:endParaRPr lang="ko-KR" altLang="en-US" sz="1400" dirty="0"/>
          </a:p>
        </p:txBody>
      </p:sp>
      <p:sp>
        <p:nvSpPr>
          <p:cNvPr id="18" name="TextBox 17"/>
          <p:cNvSpPr txBox="1"/>
          <p:nvPr/>
        </p:nvSpPr>
        <p:spPr>
          <a:xfrm rot="16200000">
            <a:off x="-386813" y="5509133"/>
            <a:ext cx="1119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 smtClean="0"/>
              <a:t>12.505</a:t>
            </a:r>
            <a:endParaRPr lang="ko-KR" altLang="en-US"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6822596" y="11383523"/>
            <a:ext cx="7409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-1.4378</a:t>
            </a:r>
            <a:endParaRPr lang="ko-KR" altLang="en-US" sz="1400" dirty="0"/>
          </a:p>
        </p:txBody>
      </p:sp>
      <p:sp>
        <p:nvSpPr>
          <p:cNvPr id="20" name="TextBox 19"/>
          <p:cNvSpPr txBox="1"/>
          <p:nvPr/>
        </p:nvSpPr>
        <p:spPr>
          <a:xfrm rot="16200000">
            <a:off x="6196951" y="10777975"/>
            <a:ext cx="1119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12.4339</a:t>
            </a:r>
            <a:endParaRPr lang="ko-KR" altLang="en-US" sz="1400" dirty="0"/>
          </a:p>
        </p:txBody>
      </p:sp>
      <p:cxnSp>
        <p:nvCxnSpPr>
          <p:cNvPr id="21" name="직선 연결선 20"/>
          <p:cNvCxnSpPr>
            <a:cxnSpLocks/>
            <a:stCxn id="22" idx="2"/>
          </p:cNvCxnSpPr>
          <p:nvPr/>
        </p:nvCxnSpPr>
        <p:spPr>
          <a:xfrm>
            <a:off x="6055907" y="6903720"/>
            <a:ext cx="877023" cy="2349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6015990" y="6824245"/>
            <a:ext cx="79833" cy="794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연결선 22"/>
          <p:cNvCxnSpPr>
            <a:cxnSpLocks/>
          </p:cNvCxnSpPr>
          <p:nvPr/>
        </p:nvCxnSpPr>
        <p:spPr>
          <a:xfrm flipV="1">
            <a:off x="6096000" y="4831080"/>
            <a:ext cx="812800" cy="198501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>
            <a:off x="4263431" y="2651886"/>
            <a:ext cx="0" cy="25129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47804" y="5255252"/>
            <a:ext cx="22050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ea typeface="Cambria" panose="02040503050406030204" pitchFamily="18" charset="0"/>
              </a:rPr>
              <a:t>OUA, January 2024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5129" y="4371878"/>
            <a:ext cx="578560" cy="55572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530016" y="4255956"/>
            <a:ext cx="10921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ea typeface="Cambria" panose="02040503050406030204" pitchFamily="18" charset="0"/>
              </a:rPr>
              <a:t>Cape Town</a:t>
            </a:r>
          </a:p>
          <a:p>
            <a:pPr algn="ctr"/>
            <a:r>
              <a:rPr lang="en-US" altLang="ko-KR" sz="1600" dirty="0">
                <a:ea typeface="Cambria" panose="02040503050406030204" pitchFamily="18" charset="0"/>
              </a:rPr>
              <a:t>(CPT)</a:t>
            </a:r>
            <a:endParaRPr lang="ko-KR" altLang="en-US" sz="1600" dirty="0"/>
          </a:p>
        </p:txBody>
      </p:sp>
      <p:sp>
        <p:nvSpPr>
          <p:cNvPr id="28" name="TextBox 27"/>
          <p:cNvSpPr txBox="1"/>
          <p:nvPr/>
        </p:nvSpPr>
        <p:spPr>
          <a:xfrm>
            <a:off x="5477788" y="3100451"/>
            <a:ext cx="798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ea typeface="Cambria" panose="02040503050406030204" pitchFamily="18" charset="0"/>
              </a:rPr>
              <a:t>Nairobi</a:t>
            </a:r>
          </a:p>
          <a:p>
            <a:pPr algn="ctr"/>
            <a:r>
              <a:rPr lang="en-US" altLang="ko-KR" sz="1600" dirty="0">
                <a:ea typeface="Cambria" panose="02040503050406030204" pitchFamily="18" charset="0"/>
              </a:rPr>
              <a:t>(NBO)</a:t>
            </a:r>
            <a:endParaRPr lang="ko-KR" altLang="en-US" sz="1600" dirty="0"/>
          </a:p>
        </p:txBody>
      </p:sp>
      <p:sp>
        <p:nvSpPr>
          <p:cNvPr id="29" name="TextBox 28"/>
          <p:cNvSpPr txBox="1"/>
          <p:nvPr/>
        </p:nvSpPr>
        <p:spPr>
          <a:xfrm>
            <a:off x="3597957" y="1936999"/>
            <a:ext cx="1351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ea typeface="Cambria" panose="02040503050406030204" pitchFamily="18" charset="0"/>
              </a:rPr>
              <a:t>Ouagadougou</a:t>
            </a:r>
          </a:p>
          <a:p>
            <a:pPr algn="ctr"/>
            <a:r>
              <a:rPr lang="en-US" altLang="ko-KR" sz="1600" dirty="0">
                <a:ea typeface="Cambria" panose="02040503050406030204" pitchFamily="18" charset="0"/>
              </a:rPr>
              <a:t>(OUA)</a:t>
            </a:r>
            <a:endParaRPr lang="ko-KR" altLang="en-US" sz="1600" dirty="0"/>
          </a:p>
        </p:txBody>
      </p:sp>
      <p:sp>
        <p:nvSpPr>
          <p:cNvPr id="30" name="TextBox 29"/>
          <p:cNvSpPr txBox="1"/>
          <p:nvPr/>
        </p:nvSpPr>
        <p:spPr>
          <a:xfrm>
            <a:off x="5663395" y="1379360"/>
            <a:ext cx="7925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ea typeface="Cambria" panose="02040503050406030204" pitchFamily="18" charset="0"/>
              </a:rPr>
              <a:t>Karachi</a:t>
            </a:r>
          </a:p>
          <a:p>
            <a:pPr algn="ctr"/>
            <a:r>
              <a:rPr lang="en-US" altLang="ko-KR" sz="1600" dirty="0">
                <a:ea typeface="Cambria" panose="02040503050406030204" pitchFamily="18" charset="0"/>
              </a:rPr>
              <a:t>(KHI)</a:t>
            </a:r>
            <a:endParaRPr lang="ko-KR" altLang="en-US" sz="1600" dirty="0"/>
          </a:p>
        </p:txBody>
      </p:sp>
      <p:sp>
        <p:nvSpPr>
          <p:cNvPr id="31" name="TextBox 30"/>
          <p:cNvSpPr txBox="1"/>
          <p:nvPr/>
        </p:nvSpPr>
        <p:spPr>
          <a:xfrm>
            <a:off x="5646218" y="2262243"/>
            <a:ext cx="8915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ea typeface="Cambria" panose="02040503050406030204" pitchFamily="18" charset="0"/>
              </a:rPr>
              <a:t>Mumbai</a:t>
            </a:r>
          </a:p>
          <a:p>
            <a:pPr algn="ctr"/>
            <a:r>
              <a:rPr lang="en-US" altLang="ko-KR" sz="1600" dirty="0">
                <a:ea typeface="Cambria" panose="02040503050406030204" pitchFamily="18" charset="0"/>
              </a:rPr>
              <a:t>(BOM)</a:t>
            </a:r>
            <a:endParaRPr lang="ko-KR" altLang="en-US" sz="1600" dirty="0"/>
          </a:p>
        </p:txBody>
      </p:sp>
      <p:sp>
        <p:nvSpPr>
          <p:cNvPr id="32" name="TextBox 31"/>
          <p:cNvSpPr txBox="1"/>
          <p:nvPr/>
        </p:nvSpPr>
        <p:spPr>
          <a:xfrm>
            <a:off x="2665454" y="3860088"/>
            <a:ext cx="12537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ea typeface="Cambria" panose="02040503050406030204" pitchFamily="18" charset="0"/>
              </a:rPr>
              <a:t>Rio de </a:t>
            </a:r>
            <a:br>
              <a:rPr lang="en-US" altLang="ko-KR" sz="1600" dirty="0">
                <a:ea typeface="Cambria" panose="02040503050406030204" pitchFamily="18" charset="0"/>
              </a:rPr>
            </a:br>
            <a:r>
              <a:rPr lang="en-US" altLang="ko-KR" sz="1600" dirty="0">
                <a:ea typeface="Cambria" panose="02040503050406030204" pitchFamily="18" charset="0"/>
              </a:rPr>
              <a:t>Janeiro (RIO)</a:t>
            </a:r>
            <a:endParaRPr lang="ko-KR" altLang="en-US" sz="1600" dirty="0"/>
          </a:p>
        </p:txBody>
      </p:sp>
      <p:sp>
        <p:nvSpPr>
          <p:cNvPr id="33" name="TextBox 32"/>
          <p:cNvSpPr txBox="1"/>
          <p:nvPr/>
        </p:nvSpPr>
        <p:spPr>
          <a:xfrm>
            <a:off x="2139068" y="2036034"/>
            <a:ext cx="8199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ea typeface="Cambria" panose="02040503050406030204" pitchFamily="18" charset="0"/>
              </a:rPr>
              <a:t>Caracas</a:t>
            </a:r>
          </a:p>
          <a:p>
            <a:pPr algn="ctr"/>
            <a:r>
              <a:rPr lang="en-US" altLang="ko-KR" sz="1600" dirty="0">
                <a:ea typeface="Cambria" panose="02040503050406030204" pitchFamily="18" charset="0"/>
              </a:rPr>
              <a:t>(CCS)</a:t>
            </a:r>
            <a:endParaRPr lang="ko-KR" altLang="en-US" sz="1600" dirty="0"/>
          </a:p>
        </p:txBody>
      </p:sp>
      <p:sp>
        <p:nvSpPr>
          <p:cNvPr id="34" name="TextBox 33"/>
          <p:cNvSpPr txBox="1"/>
          <p:nvPr/>
        </p:nvSpPr>
        <p:spPr>
          <a:xfrm>
            <a:off x="969799" y="2818640"/>
            <a:ext cx="9188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ea typeface="Cambria" panose="02040503050406030204" pitchFamily="18" charset="0"/>
              </a:rPr>
              <a:t>Medellin</a:t>
            </a:r>
          </a:p>
          <a:p>
            <a:pPr algn="ctr"/>
            <a:r>
              <a:rPr lang="en-US" altLang="ko-KR" sz="1600" dirty="0">
                <a:ea typeface="Cambria" panose="02040503050406030204" pitchFamily="18" charset="0"/>
              </a:rPr>
              <a:t>(MDE)</a:t>
            </a:r>
            <a:endParaRPr lang="ko-KR" altLang="en-US" sz="1600" dirty="0"/>
          </a:p>
        </p:txBody>
      </p:sp>
      <p:sp>
        <p:nvSpPr>
          <p:cNvPr id="35" name="TextBox 34"/>
          <p:cNvSpPr txBox="1"/>
          <p:nvPr/>
        </p:nvSpPr>
        <p:spPr>
          <a:xfrm>
            <a:off x="6590916" y="689358"/>
            <a:ext cx="12029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ea typeface="Cambria" panose="02040503050406030204" pitchFamily="18" charset="0"/>
              </a:rPr>
              <a:t>Ulaanbaatar</a:t>
            </a:r>
          </a:p>
          <a:p>
            <a:pPr algn="ctr"/>
            <a:r>
              <a:rPr lang="en-US" altLang="ko-KR" sz="1600" dirty="0">
                <a:ea typeface="Cambria" panose="02040503050406030204" pitchFamily="18" charset="0"/>
              </a:rPr>
              <a:t> (ULN)</a:t>
            </a:r>
            <a:endParaRPr lang="ko-KR" altLang="en-US" sz="1600" dirty="0"/>
          </a:p>
        </p:txBody>
      </p:sp>
      <p:sp>
        <p:nvSpPr>
          <p:cNvPr id="36" name="TextBox 35"/>
          <p:cNvSpPr txBox="1"/>
          <p:nvPr/>
        </p:nvSpPr>
        <p:spPr>
          <a:xfrm>
            <a:off x="774087" y="1905885"/>
            <a:ext cx="11469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ea typeface="Cambria" panose="02040503050406030204" pitchFamily="18" charset="0"/>
              </a:rPr>
              <a:t>Tegucigalpa</a:t>
            </a:r>
          </a:p>
          <a:p>
            <a:pPr algn="ctr"/>
            <a:r>
              <a:rPr lang="en-US" altLang="ko-KR" sz="1600" dirty="0">
                <a:ea typeface="Cambria" panose="02040503050406030204" pitchFamily="18" charset="0"/>
              </a:rPr>
              <a:t>(TGU)</a:t>
            </a:r>
            <a:endParaRPr lang="ko-KR" altLang="en-US" sz="1600" dirty="0"/>
          </a:p>
        </p:txBody>
      </p:sp>
      <p:sp>
        <p:nvSpPr>
          <p:cNvPr id="37" name="TextBox 36"/>
          <p:cNvSpPr txBox="1"/>
          <p:nvPr/>
        </p:nvSpPr>
        <p:spPr>
          <a:xfrm>
            <a:off x="6783435" y="2752731"/>
            <a:ext cx="9380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ea typeface="Cambria" panose="02040503050406030204" pitchFamily="18" charset="0"/>
              </a:rPr>
              <a:t>Colombo</a:t>
            </a:r>
          </a:p>
          <a:p>
            <a:pPr algn="ctr"/>
            <a:r>
              <a:rPr lang="en-US" altLang="ko-KR" sz="1600" dirty="0">
                <a:ea typeface="Cambria" panose="02040503050406030204" pitchFamily="18" charset="0"/>
              </a:rPr>
              <a:t>(CMB)</a:t>
            </a:r>
            <a:endParaRPr lang="ko-KR" altLang="en-US" sz="1600" dirty="0"/>
          </a:p>
        </p:txBody>
      </p:sp>
      <p:sp>
        <p:nvSpPr>
          <p:cNvPr id="38" name="TextBox 37"/>
          <p:cNvSpPr txBox="1"/>
          <p:nvPr/>
        </p:nvSpPr>
        <p:spPr>
          <a:xfrm>
            <a:off x="4925379" y="1344737"/>
            <a:ext cx="6157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ea typeface="Cambria" panose="02040503050406030204" pitchFamily="18" charset="0"/>
              </a:rPr>
              <a:t>Cairo</a:t>
            </a:r>
          </a:p>
          <a:p>
            <a:pPr algn="ctr"/>
            <a:r>
              <a:rPr lang="en-US" altLang="ko-KR" sz="1600" dirty="0">
                <a:ea typeface="Cambria" panose="02040503050406030204" pitchFamily="18" charset="0"/>
              </a:rPr>
              <a:t>(CAI)</a:t>
            </a:r>
            <a:endParaRPr lang="ko-KR" altLang="en-US" sz="16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AACF745C-669C-46F6-B0DA-2A5273434B9A}"/>
              </a:ext>
            </a:extLst>
          </p:cNvPr>
          <p:cNvPicPr preferRelativeResize="0"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6907981" y="4785412"/>
            <a:ext cx="2232000" cy="216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71103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</TotalTime>
  <Words>79</Words>
  <Application>Microsoft Office PowerPoint</Application>
  <PresentationFormat>사용자 지정</PresentationFormat>
  <Paragraphs>36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Cambria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Jeasurk Yang</dc:creator>
  <cp:lastModifiedBy>Jeasurk Yang</cp:lastModifiedBy>
  <cp:revision>10</cp:revision>
  <dcterms:created xsi:type="dcterms:W3CDTF">2025-01-29T19:03:49Z</dcterms:created>
  <dcterms:modified xsi:type="dcterms:W3CDTF">2025-04-22T13:58:01Z</dcterms:modified>
</cp:coreProperties>
</file>